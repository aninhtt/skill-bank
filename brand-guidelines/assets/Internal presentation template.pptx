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y="5143500" cx="9144000"/>
  <p:notesSz cx="6858000" cy="9144000"/>
  <p:embeddedFontLst>
    <p:embeddedFont>
      <p:font typeface="Montserrat"/>
      <p:regular r:id="rId32"/>
      <p:bold r:id="rId33"/>
      <p:italic r:id="rId34"/>
      <p:boldItalic r:id="rId35"/>
    </p:embeddedFont>
    <p:embeddedFont>
      <p:font typeface="Montserrat Medium"/>
      <p:regular r:id="rId36"/>
      <p:bold r:id="rId37"/>
      <p:italic r:id="rId38"/>
      <p:boldItalic r:id="rId39"/>
    </p:embeddedFont>
    <p:embeddedFont>
      <p:font typeface="Montserrat Light"/>
      <p:regular r:id="rId40"/>
      <p:bold r:id="rId41"/>
      <p:italic r:id="rId42"/>
      <p:boldItalic r:id="rId43"/>
    </p:embeddedFont>
    <p:embeddedFont>
      <p:font typeface="Montserrat ExtraBold"/>
      <p:bold r:id="rId44"/>
      <p:boldItalic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051D723-59C4-41AB-B361-EF795CFC36BD}">
  <a:tblStyle styleId="{C051D723-59C4-41AB-B361-EF795CFC36BD}"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MontserratLight-regular.fntdata"/><Relationship Id="rId20" Type="http://schemas.openxmlformats.org/officeDocument/2006/relationships/slide" Target="slides/slide14.xml"/><Relationship Id="rId42" Type="http://schemas.openxmlformats.org/officeDocument/2006/relationships/font" Target="fonts/MontserratLight-italic.fntdata"/><Relationship Id="rId41" Type="http://schemas.openxmlformats.org/officeDocument/2006/relationships/font" Target="fonts/MontserratLight-bold.fntdata"/><Relationship Id="rId22" Type="http://schemas.openxmlformats.org/officeDocument/2006/relationships/slide" Target="slides/slide16.xml"/><Relationship Id="rId44" Type="http://schemas.openxmlformats.org/officeDocument/2006/relationships/font" Target="fonts/MontserratExtraBold-bold.fntdata"/><Relationship Id="rId21" Type="http://schemas.openxmlformats.org/officeDocument/2006/relationships/slide" Target="slides/slide15.xml"/><Relationship Id="rId43" Type="http://schemas.openxmlformats.org/officeDocument/2006/relationships/font" Target="fonts/MontserratLight-boldItalic.fntdata"/><Relationship Id="rId24" Type="http://schemas.openxmlformats.org/officeDocument/2006/relationships/slide" Target="slides/slide18.xml"/><Relationship Id="rId23" Type="http://schemas.openxmlformats.org/officeDocument/2006/relationships/slide" Target="slides/slide17.xml"/><Relationship Id="rId45" Type="http://schemas.openxmlformats.org/officeDocument/2006/relationships/font" Target="fonts/MontserratExtraBold-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font" Target="fonts/Montserrat-bold.fntdata"/><Relationship Id="rId10" Type="http://schemas.openxmlformats.org/officeDocument/2006/relationships/slide" Target="slides/slide4.xml"/><Relationship Id="rId32" Type="http://schemas.openxmlformats.org/officeDocument/2006/relationships/font" Target="fonts/Montserrat-regular.fntdata"/><Relationship Id="rId13" Type="http://schemas.openxmlformats.org/officeDocument/2006/relationships/slide" Target="slides/slide7.xml"/><Relationship Id="rId35" Type="http://schemas.openxmlformats.org/officeDocument/2006/relationships/font" Target="fonts/Montserrat-boldItalic.fntdata"/><Relationship Id="rId12" Type="http://schemas.openxmlformats.org/officeDocument/2006/relationships/slide" Target="slides/slide6.xml"/><Relationship Id="rId34" Type="http://schemas.openxmlformats.org/officeDocument/2006/relationships/font" Target="fonts/Montserrat-italic.fntdata"/><Relationship Id="rId15" Type="http://schemas.openxmlformats.org/officeDocument/2006/relationships/slide" Target="slides/slide9.xml"/><Relationship Id="rId37" Type="http://schemas.openxmlformats.org/officeDocument/2006/relationships/font" Target="fonts/MontserratMedium-bold.fntdata"/><Relationship Id="rId14" Type="http://schemas.openxmlformats.org/officeDocument/2006/relationships/slide" Target="slides/slide8.xml"/><Relationship Id="rId36" Type="http://schemas.openxmlformats.org/officeDocument/2006/relationships/font" Target="fonts/MontserratMedium-regular.fntdata"/><Relationship Id="rId17" Type="http://schemas.openxmlformats.org/officeDocument/2006/relationships/slide" Target="slides/slide11.xml"/><Relationship Id="rId39" Type="http://schemas.openxmlformats.org/officeDocument/2006/relationships/font" Target="fonts/MontserratMedium-boldItalic.fntdata"/><Relationship Id="rId16" Type="http://schemas.openxmlformats.org/officeDocument/2006/relationships/slide" Target="slides/slide10.xml"/><Relationship Id="rId38" Type="http://schemas.openxmlformats.org/officeDocument/2006/relationships/font" Target="fonts/MontserratMedium-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 name="Shape 15"/>
        <p:cNvGrpSpPr/>
        <p:nvPr/>
      </p:nvGrpSpPr>
      <p:grpSpPr>
        <a:xfrm>
          <a:off x="0" y="0"/>
          <a:ext cx="0" cy="0"/>
          <a:chOff x="0" y="0"/>
          <a:chExt cx="0" cy="0"/>
        </a:xfrm>
      </p:grpSpPr>
      <p:sp>
        <p:nvSpPr>
          <p:cNvPr id="16" name="Google Shape;16;g9e876cd29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 name="Google Shape;17;g9e876cd29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 name="Shape 22"/>
        <p:cNvGrpSpPr/>
        <p:nvPr/>
      </p:nvGrpSpPr>
      <p:grpSpPr>
        <a:xfrm>
          <a:off x="0" y="0"/>
          <a:ext cx="0" cy="0"/>
          <a:chOff x="0" y="0"/>
          <a:chExt cx="0" cy="0"/>
        </a:xfrm>
      </p:grpSpPr>
      <p:sp>
        <p:nvSpPr>
          <p:cNvPr id="23" name="Google Shape;23;g9e876cd296_0_5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 name="Google Shape;24;g9e876cd296_0_5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 name="Shape 29"/>
        <p:cNvGrpSpPr/>
        <p:nvPr/>
      </p:nvGrpSpPr>
      <p:grpSpPr>
        <a:xfrm>
          <a:off x="0" y="0"/>
          <a:ext cx="0" cy="0"/>
          <a:chOff x="0" y="0"/>
          <a:chExt cx="0" cy="0"/>
        </a:xfrm>
      </p:grpSpPr>
      <p:sp>
        <p:nvSpPr>
          <p:cNvPr id="30" name="Google Shape;30;g9e876cd296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 name="Google Shape;31;g9e876cd296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 name="Shape 35"/>
        <p:cNvGrpSpPr/>
        <p:nvPr/>
      </p:nvGrpSpPr>
      <p:grpSpPr>
        <a:xfrm>
          <a:off x="0" y="0"/>
          <a:ext cx="0" cy="0"/>
          <a:chOff x="0" y="0"/>
          <a:chExt cx="0" cy="0"/>
        </a:xfrm>
      </p:grpSpPr>
      <p:sp>
        <p:nvSpPr>
          <p:cNvPr id="36" name="Google Shape;36;g9e876cd296_0_36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7" name="Google Shape;37;g9e876cd296_0_366: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400">
              <a:solidFill>
                <a:schemeClr val="dk1"/>
              </a:solidFill>
              <a:latin typeface="Montserrat Light"/>
              <a:ea typeface="Montserrat Light"/>
              <a:cs typeface="Montserrat Light"/>
              <a:sym typeface="Montserrat Light"/>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 name="Shape 42"/>
        <p:cNvGrpSpPr/>
        <p:nvPr/>
      </p:nvGrpSpPr>
      <p:grpSpPr>
        <a:xfrm>
          <a:off x="0" y="0"/>
          <a:ext cx="0" cy="0"/>
          <a:chOff x="0" y="0"/>
          <a:chExt cx="0" cy="0"/>
        </a:xfrm>
      </p:grpSpPr>
      <p:sp>
        <p:nvSpPr>
          <p:cNvPr id="43" name="Google Shape;43;gcee98aa1d3_0_15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4" name="Google Shape;44;gcee98aa1d3_0_152: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400">
              <a:solidFill>
                <a:schemeClr val="dk1"/>
              </a:solidFill>
              <a:latin typeface="Montserrat Light"/>
              <a:ea typeface="Montserrat Light"/>
              <a:cs typeface="Montserrat Light"/>
              <a:sym typeface="Montserrat Light"/>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9e876cd296_0_37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9e876cd296_0_372: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400">
              <a:solidFill>
                <a:schemeClr val="dk1"/>
              </a:solidFill>
              <a:latin typeface="Montserrat Light"/>
              <a:ea typeface="Montserrat Light"/>
              <a:cs typeface="Montserrat Light"/>
              <a:sym typeface="Montserrat Light"/>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9e876cd296_0_37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9e876cd296_0_376: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400">
              <a:solidFill>
                <a:schemeClr val="dk1"/>
              </a:solidFill>
              <a:latin typeface="Montserrat Light"/>
              <a:ea typeface="Montserrat Light"/>
              <a:cs typeface="Montserrat Light"/>
              <a:sym typeface="Montserrat Light"/>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9e876cd296_0_88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9e876cd296_0_886: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400">
              <a:solidFill>
                <a:schemeClr val="dk1"/>
              </a:solidFill>
              <a:latin typeface="Montserrat Light"/>
              <a:ea typeface="Montserrat Light"/>
              <a:cs typeface="Montserrat Light"/>
              <a:sym typeface="Montserrat Light"/>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9e876cd296_0_38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9e876cd296_0_381: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400">
              <a:solidFill>
                <a:schemeClr val="dk1"/>
              </a:solidFill>
              <a:latin typeface="Montserrat Light"/>
              <a:ea typeface="Montserrat Light"/>
              <a:cs typeface="Montserrat Light"/>
              <a:sym typeface="Montserrat Light"/>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9e876cd296_0_39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9e876cd296_0_397: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400">
              <a:solidFill>
                <a:schemeClr val="dk1"/>
              </a:solidFill>
              <a:latin typeface="Montserrat Light"/>
              <a:ea typeface="Montserrat Light"/>
              <a:cs typeface="Montserrat Light"/>
              <a:sym typeface="Montserrat Light"/>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9e876cd296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9e876cd296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9e876cd296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9e876cd296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9e876cd296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9e876cd296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9e876cd296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9e876cd296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9e876cd296_0_39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9e876cd296_0_393:notes"/>
          <p:cNvSpPr txBox="1"/>
          <p:nvPr>
            <p:ph idx="1" type="body"/>
          </p:nvPr>
        </p:nvSpPr>
        <p:spPr>
          <a:xfrm>
            <a:off x="914400" y="4343400"/>
            <a:ext cx="50292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400">
              <a:solidFill>
                <a:schemeClr val="dk1"/>
              </a:solidFill>
              <a:latin typeface="Montserrat Light"/>
              <a:ea typeface="Montserrat Light"/>
              <a:cs typeface="Montserrat Light"/>
              <a:sym typeface="Montserrat Light"/>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9e876cd296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9e876cd296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9e876cd296_0_6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9e876cd296_0_6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9e876cd296_0_4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9e876cd296_0_4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9e876cd296_0_4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9e876cd296_0_4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9e876cd296_0_6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9e876cd296_0_6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cfe37c7fe8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cfe37c7fe8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9e876cd296_0_6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9e876cd296_0_6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000">
              <a:latin typeface="Montserrat"/>
              <a:ea typeface="Montserrat"/>
              <a:cs typeface="Montserrat"/>
              <a:sym typeface="Montserrat"/>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9e876cd296_0_7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9e876cd296_0_7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latin typeface="Montserrat"/>
              <a:ea typeface="Montserrat"/>
              <a:cs typeface="Montserrat"/>
              <a:sym typeface="Montserrat"/>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9e876cd296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9e876cd296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9e876cd296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7" name="Google Shape;357;g9e876cd296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ic">
  <p:cSld name="TITLE_3">
    <p:spTree>
      <p:nvGrpSpPr>
        <p:cNvPr id="8" name="Shape 8"/>
        <p:cNvGrpSpPr/>
        <p:nvPr/>
      </p:nvGrpSpPr>
      <p:grpSpPr>
        <a:xfrm>
          <a:off x="0" y="0"/>
          <a:ext cx="0" cy="0"/>
          <a:chOff x="0" y="0"/>
          <a:chExt cx="0" cy="0"/>
        </a:xfrm>
      </p:grpSpPr>
      <p:sp>
        <p:nvSpPr>
          <p:cNvPr id="9" name="Google Shape;9;p2"/>
          <p:cNvSpPr txBox="1"/>
          <p:nvPr>
            <p:ph idx="12" type="sldNum"/>
          </p:nvPr>
        </p:nvSpPr>
        <p:spPr>
          <a:xfrm>
            <a:off x="8404384" y="4654719"/>
            <a:ext cx="548700" cy="393600"/>
          </a:xfrm>
          <a:prstGeom prst="rect">
            <a:avLst/>
          </a:prstGeom>
        </p:spPr>
        <p:txBody>
          <a:bodyPr anchorCtr="0" anchor="t" bIns="91425" lIns="91425" spcFirstLastPara="1" rIns="91425" wrap="square" tIns="91425">
            <a:noAutofit/>
          </a:bodyPr>
          <a:lstStyle>
            <a:lvl1pPr lvl="0" rtl="0">
              <a:buNone/>
              <a:defRPr b="1" sz="1100">
                <a:solidFill>
                  <a:srgbClr val="2F3033"/>
                </a:solidFill>
                <a:latin typeface="Montserrat"/>
                <a:ea typeface="Montserrat"/>
                <a:cs typeface="Montserrat"/>
                <a:sym typeface="Montserrat"/>
              </a:defRPr>
            </a:lvl1pPr>
            <a:lvl2pPr lvl="1" rtl="0">
              <a:buNone/>
              <a:defRPr b="1" sz="1100">
                <a:solidFill>
                  <a:srgbClr val="2F3033"/>
                </a:solidFill>
                <a:latin typeface="Montserrat"/>
                <a:ea typeface="Montserrat"/>
                <a:cs typeface="Montserrat"/>
                <a:sym typeface="Montserrat"/>
              </a:defRPr>
            </a:lvl2pPr>
            <a:lvl3pPr lvl="2" rtl="0">
              <a:buNone/>
              <a:defRPr b="1" sz="1100">
                <a:solidFill>
                  <a:srgbClr val="2F3033"/>
                </a:solidFill>
                <a:latin typeface="Montserrat"/>
                <a:ea typeface="Montserrat"/>
                <a:cs typeface="Montserrat"/>
                <a:sym typeface="Montserrat"/>
              </a:defRPr>
            </a:lvl3pPr>
            <a:lvl4pPr lvl="3" rtl="0">
              <a:buNone/>
              <a:defRPr b="1" sz="1100">
                <a:solidFill>
                  <a:srgbClr val="2F3033"/>
                </a:solidFill>
                <a:latin typeface="Montserrat"/>
                <a:ea typeface="Montserrat"/>
                <a:cs typeface="Montserrat"/>
                <a:sym typeface="Montserrat"/>
              </a:defRPr>
            </a:lvl4pPr>
            <a:lvl5pPr lvl="4" rtl="0">
              <a:buNone/>
              <a:defRPr b="1" sz="1100">
                <a:solidFill>
                  <a:srgbClr val="2F3033"/>
                </a:solidFill>
                <a:latin typeface="Montserrat"/>
                <a:ea typeface="Montserrat"/>
                <a:cs typeface="Montserrat"/>
                <a:sym typeface="Montserrat"/>
              </a:defRPr>
            </a:lvl5pPr>
            <a:lvl6pPr lvl="5" rtl="0">
              <a:buNone/>
              <a:defRPr b="1" sz="1100">
                <a:solidFill>
                  <a:srgbClr val="2F3033"/>
                </a:solidFill>
                <a:latin typeface="Montserrat"/>
                <a:ea typeface="Montserrat"/>
                <a:cs typeface="Montserrat"/>
                <a:sym typeface="Montserrat"/>
              </a:defRPr>
            </a:lvl6pPr>
            <a:lvl7pPr lvl="6" rtl="0">
              <a:buNone/>
              <a:defRPr b="1" sz="1100">
                <a:solidFill>
                  <a:srgbClr val="2F3033"/>
                </a:solidFill>
                <a:latin typeface="Montserrat"/>
                <a:ea typeface="Montserrat"/>
                <a:cs typeface="Montserrat"/>
                <a:sym typeface="Montserrat"/>
              </a:defRPr>
            </a:lvl7pPr>
            <a:lvl8pPr lvl="7" rtl="0">
              <a:buNone/>
              <a:defRPr b="1" sz="1100">
                <a:solidFill>
                  <a:srgbClr val="2F3033"/>
                </a:solidFill>
                <a:latin typeface="Montserrat"/>
                <a:ea typeface="Montserrat"/>
                <a:cs typeface="Montserrat"/>
                <a:sym typeface="Montserrat"/>
              </a:defRPr>
            </a:lvl8pPr>
            <a:lvl9pPr lvl="8" rtl="0">
              <a:buNone/>
              <a:defRPr b="1" sz="1100">
                <a:solidFill>
                  <a:srgbClr val="2F3033"/>
                </a:solidFill>
                <a:latin typeface="Montserrat"/>
                <a:ea typeface="Montserrat"/>
                <a:cs typeface="Montserrat"/>
                <a:sym typeface="Montserrat"/>
              </a:defRPr>
            </a:lvl9pPr>
          </a:lstStyle>
          <a:p>
            <a:pPr indent="0" lvl="0" marL="0" rtl="0" algn="l">
              <a:spcBef>
                <a:spcPts val="0"/>
              </a:spcBef>
              <a:spcAft>
                <a:spcPts val="0"/>
              </a:spcAft>
              <a:buNone/>
            </a:pPr>
            <a:fld id="{00000000-1234-1234-1234-123412341234}" type="slidenum">
              <a:rPr lang="en"/>
              <a:t>‹#›</a:t>
            </a:fld>
            <a:endParaRPr/>
          </a:p>
        </p:txBody>
      </p:sp>
      <p:pic>
        <p:nvPicPr>
          <p:cNvPr id="10" name="Google Shape;10;p2"/>
          <p:cNvPicPr preferRelativeResize="0"/>
          <p:nvPr/>
        </p:nvPicPr>
        <p:blipFill>
          <a:blip r:embed="rId2">
            <a:alphaModFix/>
          </a:blip>
          <a:stretch>
            <a:fillRect/>
          </a:stretch>
        </p:blipFill>
        <p:spPr>
          <a:xfrm>
            <a:off x="266000" y="4673657"/>
            <a:ext cx="222774" cy="222774"/>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phasis 2 – Black">
  <p:cSld name="CUSTOM_1">
    <p:spTree>
      <p:nvGrpSpPr>
        <p:cNvPr id="11" name="Shape 11"/>
        <p:cNvGrpSpPr/>
        <p:nvPr/>
      </p:nvGrpSpPr>
      <p:grpSpPr>
        <a:xfrm>
          <a:off x="0" y="0"/>
          <a:ext cx="0" cy="0"/>
          <a:chOff x="0" y="0"/>
          <a:chExt cx="0" cy="0"/>
        </a:xfrm>
      </p:grpSpPr>
      <p:sp>
        <p:nvSpPr>
          <p:cNvPr id="12" name="Google Shape;12;p3"/>
          <p:cNvSpPr/>
          <p:nvPr/>
        </p:nvSpPr>
        <p:spPr>
          <a:xfrm>
            <a:off x="169675" y="159075"/>
            <a:ext cx="8812800" cy="4804200"/>
          </a:xfrm>
          <a:prstGeom prst="rect">
            <a:avLst/>
          </a:prstGeom>
          <a:solidFill>
            <a:srgbClr val="2F30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phasis 1 – Blue">
  <p:cSld name="CUSTOM_2">
    <p:spTree>
      <p:nvGrpSpPr>
        <p:cNvPr id="13" name="Shape 13"/>
        <p:cNvGrpSpPr/>
        <p:nvPr/>
      </p:nvGrpSpPr>
      <p:grpSpPr>
        <a:xfrm>
          <a:off x="0" y="0"/>
          <a:ext cx="0" cy="0"/>
          <a:chOff x="0" y="0"/>
          <a:chExt cx="0" cy="0"/>
        </a:xfrm>
      </p:grpSpPr>
      <p:sp>
        <p:nvSpPr>
          <p:cNvPr id="14" name="Google Shape;14;p4"/>
          <p:cNvSpPr/>
          <p:nvPr/>
        </p:nvSpPr>
        <p:spPr>
          <a:xfrm>
            <a:off x="169675" y="159075"/>
            <a:ext cx="8812800" cy="4804200"/>
          </a:xfrm>
          <a:prstGeom prst="rect">
            <a:avLst/>
          </a:prstGeom>
          <a:solidFill>
            <a:srgbClr val="009F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idx="12" type="sldNum"/>
          </p:nvPr>
        </p:nvSpPr>
        <p:spPr>
          <a:xfrm>
            <a:off x="8404384" y="4654719"/>
            <a:ext cx="548700" cy="393600"/>
          </a:xfrm>
          <a:prstGeom prst="rect">
            <a:avLst/>
          </a:prstGeom>
          <a:noFill/>
          <a:ln>
            <a:noFill/>
          </a:ln>
        </p:spPr>
        <p:txBody>
          <a:bodyPr anchorCtr="0" anchor="t" bIns="91425" lIns="91425" spcFirstLastPara="1" rIns="91425" wrap="square" tIns="91425">
            <a:noAutofit/>
          </a:bodyPr>
          <a:lstStyle>
            <a:lvl1pPr lvl="0" rtl="0">
              <a:buNone/>
              <a:defRPr b="1" sz="1100">
                <a:solidFill>
                  <a:srgbClr val="2F3033"/>
                </a:solidFill>
                <a:latin typeface="Montserrat"/>
                <a:ea typeface="Montserrat"/>
                <a:cs typeface="Montserrat"/>
                <a:sym typeface="Montserrat"/>
              </a:defRPr>
            </a:lvl1pPr>
            <a:lvl2pPr lvl="1" rtl="0">
              <a:buNone/>
              <a:defRPr b="1" sz="1100">
                <a:solidFill>
                  <a:srgbClr val="2F3033"/>
                </a:solidFill>
                <a:latin typeface="Montserrat"/>
                <a:ea typeface="Montserrat"/>
                <a:cs typeface="Montserrat"/>
                <a:sym typeface="Montserrat"/>
              </a:defRPr>
            </a:lvl2pPr>
            <a:lvl3pPr lvl="2" rtl="0">
              <a:buNone/>
              <a:defRPr b="1" sz="1100">
                <a:solidFill>
                  <a:srgbClr val="2F3033"/>
                </a:solidFill>
                <a:latin typeface="Montserrat"/>
                <a:ea typeface="Montserrat"/>
                <a:cs typeface="Montserrat"/>
                <a:sym typeface="Montserrat"/>
              </a:defRPr>
            </a:lvl3pPr>
            <a:lvl4pPr lvl="3" rtl="0">
              <a:buNone/>
              <a:defRPr b="1" sz="1100">
                <a:solidFill>
                  <a:srgbClr val="2F3033"/>
                </a:solidFill>
                <a:latin typeface="Montserrat"/>
                <a:ea typeface="Montserrat"/>
                <a:cs typeface="Montserrat"/>
                <a:sym typeface="Montserrat"/>
              </a:defRPr>
            </a:lvl4pPr>
            <a:lvl5pPr lvl="4" rtl="0">
              <a:buNone/>
              <a:defRPr b="1" sz="1100">
                <a:solidFill>
                  <a:srgbClr val="2F3033"/>
                </a:solidFill>
                <a:latin typeface="Montserrat"/>
                <a:ea typeface="Montserrat"/>
                <a:cs typeface="Montserrat"/>
                <a:sym typeface="Montserrat"/>
              </a:defRPr>
            </a:lvl5pPr>
            <a:lvl6pPr lvl="5" rtl="0">
              <a:buNone/>
              <a:defRPr b="1" sz="1100">
                <a:solidFill>
                  <a:srgbClr val="2F3033"/>
                </a:solidFill>
                <a:latin typeface="Montserrat"/>
                <a:ea typeface="Montserrat"/>
                <a:cs typeface="Montserrat"/>
                <a:sym typeface="Montserrat"/>
              </a:defRPr>
            </a:lvl6pPr>
            <a:lvl7pPr lvl="6" rtl="0">
              <a:buNone/>
              <a:defRPr b="1" sz="1100">
                <a:solidFill>
                  <a:srgbClr val="2F3033"/>
                </a:solidFill>
                <a:latin typeface="Montserrat"/>
                <a:ea typeface="Montserrat"/>
                <a:cs typeface="Montserrat"/>
                <a:sym typeface="Montserrat"/>
              </a:defRPr>
            </a:lvl7pPr>
            <a:lvl8pPr lvl="7" rtl="0">
              <a:buNone/>
              <a:defRPr b="1" sz="1100">
                <a:solidFill>
                  <a:srgbClr val="2F3033"/>
                </a:solidFill>
                <a:latin typeface="Montserrat"/>
                <a:ea typeface="Montserrat"/>
                <a:cs typeface="Montserrat"/>
                <a:sym typeface="Montserrat"/>
              </a:defRPr>
            </a:lvl8pPr>
            <a:lvl9pPr lvl="8" rtl="0">
              <a:buNone/>
              <a:defRPr b="1" sz="1100">
                <a:solidFill>
                  <a:srgbClr val="2F3033"/>
                </a:solidFill>
                <a:latin typeface="Montserrat"/>
                <a:ea typeface="Montserrat"/>
                <a:cs typeface="Montserrat"/>
                <a:sym typeface="Montserrat"/>
              </a:defRPr>
            </a:lvl9pPr>
          </a:lstStyle>
          <a:p>
            <a:pPr indent="0" lvl="0" marL="0" rtl="0" algn="l">
              <a:spcBef>
                <a:spcPts val="0"/>
              </a:spcBef>
              <a:spcAft>
                <a:spcPts val="0"/>
              </a:spcAft>
              <a:buNone/>
            </a:pPr>
            <a:fld id="{00000000-1234-1234-1234-123412341234}" type="slidenum">
              <a:rPr lang="en"/>
              <a:t>‹#›</a:t>
            </a:fld>
            <a:endParaRPr/>
          </a:p>
        </p:txBody>
      </p:sp>
      <p:pic>
        <p:nvPicPr>
          <p:cNvPr id="7" name="Google Shape;7;p1"/>
          <p:cNvPicPr preferRelativeResize="0"/>
          <p:nvPr/>
        </p:nvPicPr>
        <p:blipFill>
          <a:blip r:embed="rId1">
            <a:alphaModFix/>
          </a:blip>
          <a:stretch>
            <a:fillRect/>
          </a:stretch>
        </p:blipFill>
        <p:spPr>
          <a:xfrm>
            <a:off x="266000" y="4673657"/>
            <a:ext cx="222774" cy="22277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 name="Shape 18"/>
        <p:cNvGrpSpPr/>
        <p:nvPr/>
      </p:nvGrpSpPr>
      <p:grpSpPr>
        <a:xfrm>
          <a:off x="0" y="0"/>
          <a:ext cx="0" cy="0"/>
          <a:chOff x="0" y="0"/>
          <a:chExt cx="0" cy="0"/>
        </a:xfrm>
      </p:grpSpPr>
      <p:sp>
        <p:nvSpPr>
          <p:cNvPr id="19" name="Google Shape;19;p5"/>
          <p:cNvSpPr txBox="1"/>
          <p:nvPr/>
        </p:nvSpPr>
        <p:spPr>
          <a:xfrm>
            <a:off x="601475" y="2172465"/>
            <a:ext cx="7203600" cy="10773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 sz="3600">
                <a:solidFill>
                  <a:srgbClr val="FFFFFF"/>
                </a:solidFill>
                <a:latin typeface="Montserrat ExtraBold"/>
                <a:ea typeface="Montserrat ExtraBold"/>
                <a:cs typeface="Montserrat ExtraBold"/>
                <a:sym typeface="Montserrat ExtraBold"/>
              </a:rPr>
              <a:t>Headline</a:t>
            </a:r>
            <a:endParaRPr sz="3600">
              <a:solidFill>
                <a:srgbClr val="FFFFFF"/>
              </a:solidFill>
              <a:latin typeface="Montserrat ExtraBold"/>
              <a:ea typeface="Montserrat ExtraBold"/>
              <a:cs typeface="Montserrat ExtraBold"/>
              <a:sym typeface="Montserrat ExtraBold"/>
            </a:endParaRPr>
          </a:p>
          <a:p>
            <a:pPr indent="0" lvl="0" marL="0" rtl="0" algn="l">
              <a:lnSpc>
                <a:spcPct val="100000"/>
              </a:lnSpc>
              <a:spcBef>
                <a:spcPts val="0"/>
              </a:spcBef>
              <a:spcAft>
                <a:spcPts val="0"/>
              </a:spcAft>
              <a:buNone/>
            </a:pPr>
            <a:r>
              <a:rPr lang="en" sz="2200">
                <a:solidFill>
                  <a:srgbClr val="FFFFFF"/>
                </a:solidFill>
                <a:latin typeface="Montserrat"/>
                <a:ea typeface="Montserrat"/>
                <a:cs typeface="Montserrat"/>
                <a:sym typeface="Montserrat"/>
              </a:rPr>
              <a:t>Subhead</a:t>
            </a:r>
            <a:endParaRPr sz="3600">
              <a:solidFill>
                <a:srgbClr val="FFFFFF"/>
              </a:solidFill>
              <a:latin typeface="Montserrat ExtraBold"/>
              <a:ea typeface="Montserrat ExtraBold"/>
              <a:cs typeface="Montserrat ExtraBold"/>
              <a:sym typeface="Montserrat ExtraBold"/>
            </a:endParaRPr>
          </a:p>
        </p:txBody>
      </p:sp>
      <p:pic>
        <p:nvPicPr>
          <p:cNvPr id="20" name="Google Shape;20;p5"/>
          <p:cNvPicPr preferRelativeResize="0"/>
          <p:nvPr/>
        </p:nvPicPr>
        <p:blipFill>
          <a:blip r:embed="rId3">
            <a:alphaModFix/>
          </a:blip>
          <a:stretch>
            <a:fillRect/>
          </a:stretch>
        </p:blipFill>
        <p:spPr>
          <a:xfrm>
            <a:off x="716046" y="1743699"/>
            <a:ext cx="365998" cy="365998"/>
          </a:xfrm>
          <a:prstGeom prst="rect">
            <a:avLst/>
          </a:prstGeom>
          <a:noFill/>
          <a:ln>
            <a:noFill/>
          </a:ln>
        </p:spPr>
      </p:pic>
      <p:sp>
        <p:nvSpPr>
          <p:cNvPr id="21" name="Google Shape;21;p5"/>
          <p:cNvSpPr txBox="1"/>
          <p:nvPr/>
        </p:nvSpPr>
        <p:spPr>
          <a:xfrm>
            <a:off x="601475" y="4372200"/>
            <a:ext cx="3969000" cy="3660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lang="en" sz="1000">
                <a:solidFill>
                  <a:srgbClr val="FFFFFF"/>
                </a:solidFill>
                <a:latin typeface="Montserrat"/>
                <a:ea typeface="Montserrat"/>
                <a:cs typeface="Montserrat"/>
                <a:sym typeface="Montserrat"/>
              </a:rPr>
              <a:t>Last updated:</a:t>
            </a:r>
            <a:endParaRPr sz="1000">
              <a:solidFill>
                <a:srgbClr val="FFFFFF"/>
              </a:solidFill>
              <a:latin typeface="Montserrat"/>
              <a:ea typeface="Montserrat"/>
              <a:cs typeface="Montserrat"/>
              <a:sym typeface="Montserra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 name="Shape 25"/>
        <p:cNvGrpSpPr/>
        <p:nvPr/>
      </p:nvGrpSpPr>
      <p:grpSpPr>
        <a:xfrm>
          <a:off x="0" y="0"/>
          <a:ext cx="0" cy="0"/>
          <a:chOff x="0" y="0"/>
          <a:chExt cx="0" cy="0"/>
        </a:xfrm>
      </p:grpSpPr>
      <p:sp>
        <p:nvSpPr>
          <p:cNvPr id="26" name="Google Shape;26;p6"/>
          <p:cNvSpPr txBox="1"/>
          <p:nvPr/>
        </p:nvSpPr>
        <p:spPr>
          <a:xfrm>
            <a:off x="601475" y="1943865"/>
            <a:ext cx="7203600" cy="11082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 sz="6000">
                <a:solidFill>
                  <a:srgbClr val="FFFFFF"/>
                </a:solidFill>
                <a:latin typeface="Montserrat ExtraBold"/>
                <a:ea typeface="Montserrat ExtraBold"/>
                <a:cs typeface="Montserrat ExtraBold"/>
                <a:sym typeface="Montserrat ExtraBold"/>
              </a:rPr>
              <a:t>Big headline.</a:t>
            </a:r>
            <a:endParaRPr sz="6000">
              <a:solidFill>
                <a:srgbClr val="FFFFFF"/>
              </a:solidFill>
              <a:latin typeface="Montserrat ExtraBold"/>
              <a:ea typeface="Montserrat ExtraBold"/>
              <a:cs typeface="Montserrat ExtraBold"/>
              <a:sym typeface="Montserrat ExtraBold"/>
            </a:endParaRPr>
          </a:p>
        </p:txBody>
      </p:sp>
      <p:pic>
        <p:nvPicPr>
          <p:cNvPr id="27" name="Google Shape;27;p6"/>
          <p:cNvPicPr preferRelativeResize="0"/>
          <p:nvPr/>
        </p:nvPicPr>
        <p:blipFill>
          <a:blip r:embed="rId3">
            <a:alphaModFix/>
          </a:blip>
          <a:stretch>
            <a:fillRect/>
          </a:stretch>
        </p:blipFill>
        <p:spPr>
          <a:xfrm>
            <a:off x="716046" y="1515099"/>
            <a:ext cx="365998" cy="365998"/>
          </a:xfrm>
          <a:prstGeom prst="rect">
            <a:avLst/>
          </a:prstGeom>
          <a:noFill/>
          <a:ln>
            <a:noFill/>
          </a:ln>
        </p:spPr>
      </p:pic>
      <p:sp>
        <p:nvSpPr>
          <p:cNvPr id="28" name="Google Shape;28;p6"/>
          <p:cNvSpPr txBox="1"/>
          <p:nvPr/>
        </p:nvSpPr>
        <p:spPr>
          <a:xfrm>
            <a:off x="601475" y="4372200"/>
            <a:ext cx="3969000" cy="366000"/>
          </a:xfrm>
          <a:prstGeom prst="rect">
            <a:avLst/>
          </a:prstGeom>
          <a:noFill/>
          <a:ln>
            <a:noFill/>
          </a:ln>
        </p:spPr>
        <p:txBody>
          <a:bodyPr anchorCtr="0" anchor="t" bIns="91425" lIns="91425" spcFirstLastPara="1" rIns="91425" wrap="square" tIns="91425">
            <a:noAutofit/>
          </a:bodyPr>
          <a:lstStyle/>
          <a:p>
            <a:pPr indent="0" lvl="0" marL="0" rtl="0" algn="l">
              <a:lnSpc>
                <a:spcPct val="120000"/>
              </a:lnSpc>
              <a:spcBef>
                <a:spcPts val="0"/>
              </a:spcBef>
              <a:spcAft>
                <a:spcPts val="0"/>
              </a:spcAft>
              <a:buNone/>
            </a:pPr>
            <a:r>
              <a:rPr lang="en" sz="1000">
                <a:solidFill>
                  <a:srgbClr val="FFFFFF"/>
                </a:solidFill>
                <a:latin typeface="Montserrat"/>
                <a:ea typeface="Montserrat"/>
                <a:cs typeface="Montserrat"/>
                <a:sym typeface="Montserrat"/>
              </a:rPr>
              <a:t>Last updated:</a:t>
            </a:r>
            <a:endParaRPr sz="1000">
              <a:solidFill>
                <a:srgbClr val="FFFFFF"/>
              </a:solidFill>
              <a:latin typeface="Montserrat"/>
              <a:ea typeface="Montserrat"/>
              <a:cs typeface="Montserrat"/>
              <a:sym typeface="Montserra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 name="Shape 32"/>
        <p:cNvGrpSpPr/>
        <p:nvPr/>
      </p:nvGrpSpPr>
      <p:grpSpPr>
        <a:xfrm>
          <a:off x="0" y="0"/>
          <a:ext cx="0" cy="0"/>
          <a:chOff x="0" y="0"/>
          <a:chExt cx="0" cy="0"/>
        </a:xfrm>
      </p:grpSpPr>
      <p:sp>
        <p:nvSpPr>
          <p:cNvPr id="33" name="Google Shape;33;p7"/>
          <p:cNvSpPr txBox="1"/>
          <p:nvPr/>
        </p:nvSpPr>
        <p:spPr>
          <a:xfrm>
            <a:off x="601475" y="2172100"/>
            <a:ext cx="7265700" cy="7389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Clr>
                <a:schemeClr val="dk1"/>
              </a:buClr>
              <a:buSzPts val="1100"/>
              <a:buFont typeface="Arial"/>
              <a:buNone/>
            </a:pPr>
            <a:r>
              <a:rPr lang="en" sz="3600">
                <a:solidFill>
                  <a:srgbClr val="FFFFFF"/>
                </a:solidFill>
                <a:latin typeface="Montserrat ExtraBold"/>
                <a:ea typeface="Montserrat ExtraBold"/>
                <a:cs typeface="Montserrat ExtraBold"/>
                <a:sym typeface="Montserrat ExtraBold"/>
              </a:rPr>
              <a:t>Title page</a:t>
            </a:r>
            <a:endParaRPr sz="3600">
              <a:solidFill>
                <a:srgbClr val="FFFFFF"/>
              </a:solidFill>
              <a:latin typeface="Montserrat ExtraBold"/>
              <a:ea typeface="Montserrat ExtraBold"/>
              <a:cs typeface="Montserrat ExtraBold"/>
              <a:sym typeface="Montserrat ExtraBold"/>
            </a:endParaRPr>
          </a:p>
        </p:txBody>
      </p:sp>
      <p:sp>
        <p:nvSpPr>
          <p:cNvPr id="34" name="Google Shape;34;p7"/>
          <p:cNvSpPr txBox="1"/>
          <p:nvPr/>
        </p:nvSpPr>
        <p:spPr>
          <a:xfrm>
            <a:off x="601466" y="2024131"/>
            <a:ext cx="2357700" cy="307800"/>
          </a:xfrm>
          <a:prstGeom prst="rect">
            <a:avLst/>
          </a:prstGeom>
          <a:noFill/>
          <a:ln>
            <a:noFill/>
          </a:ln>
        </p:spPr>
        <p:txBody>
          <a:bodyPr anchorCtr="0" anchor="t" bIns="91425" lIns="91425" spcFirstLastPara="1" rIns="91425" wrap="square" tIns="91425">
            <a:spAutoFit/>
          </a:bodyPr>
          <a:lstStyle/>
          <a:p>
            <a:pPr indent="0" lvl="0" marL="0" rtl="0" algn="l">
              <a:lnSpc>
                <a:spcPct val="125000"/>
              </a:lnSpc>
              <a:spcBef>
                <a:spcPts val="0"/>
              </a:spcBef>
              <a:spcAft>
                <a:spcPts val="0"/>
              </a:spcAft>
              <a:buClr>
                <a:schemeClr val="dk1"/>
              </a:buClr>
              <a:buSzPts val="1100"/>
              <a:buFont typeface="Arial"/>
              <a:buNone/>
            </a:pPr>
            <a:r>
              <a:rPr lang="en" sz="800">
                <a:solidFill>
                  <a:srgbClr val="FFFFFF"/>
                </a:solidFill>
                <a:latin typeface="Montserrat ExtraBold"/>
                <a:ea typeface="Montserrat ExtraBold"/>
                <a:cs typeface="Montserrat ExtraBold"/>
                <a:sym typeface="Montserrat ExtraBold"/>
              </a:rPr>
              <a:t>EYEBROW TEXT (ALWAYS CAPS)</a:t>
            </a:r>
            <a:endParaRPr sz="800">
              <a:solidFill>
                <a:srgbClr val="FFFFFF"/>
              </a:solidFill>
              <a:latin typeface="Montserrat ExtraBold"/>
              <a:ea typeface="Montserrat ExtraBold"/>
              <a:cs typeface="Montserrat ExtraBold"/>
              <a:sym typeface="Montserrat ExtraBo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 name="Shape 38"/>
        <p:cNvGrpSpPr/>
        <p:nvPr/>
      </p:nvGrpSpPr>
      <p:grpSpPr>
        <a:xfrm>
          <a:off x="0" y="0"/>
          <a:ext cx="0" cy="0"/>
          <a:chOff x="0" y="0"/>
          <a:chExt cx="0" cy="0"/>
        </a:xfrm>
      </p:grpSpPr>
      <p:sp>
        <p:nvSpPr>
          <p:cNvPr id="39" name="Google Shape;39;p8"/>
          <p:cNvSpPr txBox="1"/>
          <p:nvPr>
            <p:ph idx="1" type="body"/>
          </p:nvPr>
        </p:nvSpPr>
        <p:spPr>
          <a:xfrm>
            <a:off x="1245887" y="1879175"/>
            <a:ext cx="4362300" cy="154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solidFill>
                  <a:srgbClr val="2F3033"/>
                </a:solidFill>
                <a:latin typeface="Montserrat"/>
                <a:ea typeface="Montserrat"/>
                <a:cs typeface="Montserrat"/>
                <a:sym typeface="Montserrat"/>
              </a:rPr>
              <a:t>Thing 1</a:t>
            </a:r>
            <a:endParaRPr sz="2400">
              <a:solidFill>
                <a:srgbClr val="2F3033"/>
              </a:solidFill>
              <a:latin typeface="Montserrat"/>
              <a:ea typeface="Montserrat"/>
              <a:cs typeface="Montserrat"/>
              <a:sym typeface="Montserrat"/>
            </a:endParaRPr>
          </a:p>
          <a:p>
            <a:pPr indent="0" lvl="0" marL="0" rtl="0" algn="l">
              <a:spcBef>
                <a:spcPts val="1000"/>
              </a:spcBef>
              <a:spcAft>
                <a:spcPts val="0"/>
              </a:spcAft>
              <a:buNone/>
            </a:pPr>
            <a:r>
              <a:rPr lang="en" sz="2400">
                <a:solidFill>
                  <a:srgbClr val="2F3033"/>
                </a:solidFill>
                <a:latin typeface="Montserrat"/>
                <a:ea typeface="Montserrat"/>
                <a:cs typeface="Montserrat"/>
                <a:sym typeface="Montserrat"/>
              </a:rPr>
              <a:t>Thing 2</a:t>
            </a:r>
            <a:endParaRPr sz="2400">
              <a:solidFill>
                <a:srgbClr val="2F3033"/>
              </a:solidFill>
              <a:latin typeface="Montserrat"/>
              <a:ea typeface="Montserrat"/>
              <a:cs typeface="Montserrat"/>
              <a:sym typeface="Montserrat"/>
            </a:endParaRPr>
          </a:p>
          <a:p>
            <a:pPr indent="0" lvl="0" marL="0" rtl="0" algn="l">
              <a:spcBef>
                <a:spcPts val="1000"/>
              </a:spcBef>
              <a:spcAft>
                <a:spcPts val="1000"/>
              </a:spcAft>
              <a:buNone/>
            </a:pPr>
            <a:r>
              <a:rPr lang="en" sz="2400">
                <a:solidFill>
                  <a:srgbClr val="2F3033"/>
                </a:solidFill>
                <a:latin typeface="Montserrat"/>
                <a:ea typeface="Montserrat"/>
                <a:cs typeface="Montserrat"/>
                <a:sym typeface="Montserrat"/>
              </a:rPr>
              <a:t>Thing 3</a:t>
            </a:r>
            <a:endParaRPr sz="2400">
              <a:solidFill>
                <a:srgbClr val="2F3033"/>
              </a:solidFill>
              <a:latin typeface="Montserrat"/>
              <a:ea typeface="Montserrat"/>
              <a:cs typeface="Montserrat"/>
              <a:sym typeface="Montserrat"/>
            </a:endParaRPr>
          </a:p>
        </p:txBody>
      </p:sp>
      <p:sp>
        <p:nvSpPr>
          <p:cNvPr id="40" name="Google Shape;40;p8"/>
          <p:cNvSpPr txBox="1"/>
          <p:nvPr/>
        </p:nvSpPr>
        <p:spPr>
          <a:xfrm>
            <a:off x="675550" y="1136800"/>
            <a:ext cx="5864100" cy="729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rgbClr val="000000"/>
              </a:buClr>
              <a:buSzPts val="1100"/>
              <a:buFont typeface="Arial"/>
              <a:buNone/>
            </a:pPr>
            <a:r>
              <a:rPr lang="en" sz="3000">
                <a:solidFill>
                  <a:srgbClr val="2F3033"/>
                </a:solidFill>
                <a:latin typeface="Montserrat ExtraBold"/>
                <a:ea typeface="Montserrat ExtraBold"/>
                <a:cs typeface="Montserrat ExtraBold"/>
                <a:sym typeface="Montserrat ExtraBold"/>
              </a:rPr>
              <a:t>Today’s agenda</a:t>
            </a:r>
            <a:endParaRPr sz="3000">
              <a:solidFill>
                <a:srgbClr val="2F3033"/>
              </a:solidFill>
              <a:latin typeface="Montserrat ExtraBold"/>
              <a:ea typeface="Montserrat ExtraBold"/>
              <a:cs typeface="Montserrat ExtraBold"/>
              <a:sym typeface="Montserrat ExtraBold"/>
            </a:endParaRPr>
          </a:p>
        </p:txBody>
      </p:sp>
      <p:sp>
        <p:nvSpPr>
          <p:cNvPr id="41" name="Google Shape;41;p8"/>
          <p:cNvSpPr txBox="1"/>
          <p:nvPr>
            <p:ph idx="2" type="body"/>
          </p:nvPr>
        </p:nvSpPr>
        <p:spPr>
          <a:xfrm>
            <a:off x="675550" y="1879175"/>
            <a:ext cx="641100" cy="154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400">
                <a:solidFill>
                  <a:srgbClr val="009FD9"/>
                </a:solidFill>
                <a:latin typeface="Montserrat ExtraBold"/>
                <a:ea typeface="Montserrat ExtraBold"/>
                <a:cs typeface="Montserrat ExtraBold"/>
                <a:sym typeface="Montserrat ExtraBold"/>
              </a:rPr>
              <a:t>01</a:t>
            </a:r>
            <a:endParaRPr sz="2400">
              <a:solidFill>
                <a:srgbClr val="009FD9"/>
              </a:solidFill>
              <a:latin typeface="Montserrat ExtraBold"/>
              <a:ea typeface="Montserrat ExtraBold"/>
              <a:cs typeface="Montserrat ExtraBold"/>
              <a:sym typeface="Montserrat ExtraBold"/>
            </a:endParaRPr>
          </a:p>
          <a:p>
            <a:pPr indent="0" lvl="0" marL="0" rtl="0" algn="l">
              <a:spcBef>
                <a:spcPts val="1000"/>
              </a:spcBef>
              <a:spcAft>
                <a:spcPts val="0"/>
              </a:spcAft>
              <a:buNone/>
            </a:pPr>
            <a:r>
              <a:rPr lang="en" sz="2400">
                <a:solidFill>
                  <a:srgbClr val="009FD9"/>
                </a:solidFill>
                <a:latin typeface="Montserrat ExtraBold"/>
                <a:ea typeface="Montserrat ExtraBold"/>
                <a:cs typeface="Montserrat ExtraBold"/>
                <a:sym typeface="Montserrat ExtraBold"/>
              </a:rPr>
              <a:t>02</a:t>
            </a:r>
            <a:endParaRPr sz="2400">
              <a:solidFill>
                <a:srgbClr val="009FD9"/>
              </a:solidFill>
              <a:latin typeface="Montserrat ExtraBold"/>
              <a:ea typeface="Montserrat ExtraBold"/>
              <a:cs typeface="Montserrat ExtraBold"/>
              <a:sym typeface="Montserrat ExtraBold"/>
            </a:endParaRPr>
          </a:p>
          <a:p>
            <a:pPr indent="0" lvl="0" marL="0" rtl="0" algn="l">
              <a:spcBef>
                <a:spcPts val="1000"/>
              </a:spcBef>
              <a:spcAft>
                <a:spcPts val="1000"/>
              </a:spcAft>
              <a:buNone/>
            </a:pPr>
            <a:r>
              <a:rPr lang="en" sz="2400">
                <a:solidFill>
                  <a:srgbClr val="009FD9"/>
                </a:solidFill>
                <a:latin typeface="Montserrat ExtraBold"/>
                <a:ea typeface="Montserrat ExtraBold"/>
                <a:cs typeface="Montserrat ExtraBold"/>
                <a:sym typeface="Montserrat ExtraBold"/>
              </a:rPr>
              <a:t>03</a:t>
            </a:r>
            <a:endParaRPr sz="2400">
              <a:solidFill>
                <a:srgbClr val="009FD9"/>
              </a:solidFill>
              <a:latin typeface="Montserrat ExtraBold"/>
              <a:ea typeface="Montserrat ExtraBold"/>
              <a:cs typeface="Montserrat ExtraBold"/>
              <a:sym typeface="Montserrat ExtraBo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 name="Shape 45"/>
        <p:cNvGrpSpPr/>
        <p:nvPr/>
      </p:nvGrpSpPr>
      <p:grpSpPr>
        <a:xfrm>
          <a:off x="0" y="0"/>
          <a:ext cx="0" cy="0"/>
          <a:chOff x="0" y="0"/>
          <a:chExt cx="0" cy="0"/>
        </a:xfrm>
      </p:grpSpPr>
      <p:sp>
        <p:nvSpPr>
          <p:cNvPr id="46" name="Google Shape;46;p9"/>
          <p:cNvSpPr/>
          <p:nvPr/>
        </p:nvSpPr>
        <p:spPr>
          <a:xfrm>
            <a:off x="5663400" y="1918975"/>
            <a:ext cx="2810100" cy="1427700"/>
          </a:xfrm>
          <a:prstGeom prst="rect">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9"/>
          <p:cNvSpPr txBox="1"/>
          <p:nvPr/>
        </p:nvSpPr>
        <p:spPr>
          <a:xfrm>
            <a:off x="175001" y="2615750"/>
            <a:ext cx="1247100" cy="4491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Clr>
                <a:srgbClr val="000000"/>
              </a:buClr>
              <a:buSzPts val="1100"/>
              <a:buFont typeface="Arial"/>
              <a:buNone/>
            </a:pPr>
            <a:r>
              <a:rPr lang="en" sz="900">
                <a:latin typeface="Montserrat ExtraBold"/>
                <a:ea typeface="Montserrat ExtraBold"/>
                <a:cs typeface="Montserrat ExtraBold"/>
                <a:sym typeface="Montserrat ExtraBold"/>
              </a:rPr>
              <a:t>Step 01</a:t>
            </a:r>
            <a:endParaRPr sz="900">
              <a:latin typeface="Montserrat ExtraBold"/>
              <a:ea typeface="Montserrat ExtraBold"/>
              <a:cs typeface="Montserrat ExtraBold"/>
              <a:sym typeface="Montserrat ExtraBold"/>
            </a:endParaRPr>
          </a:p>
          <a:p>
            <a:pPr indent="0" lvl="0" marL="0" rtl="0" algn="ctr">
              <a:lnSpc>
                <a:spcPct val="115000"/>
              </a:lnSpc>
              <a:spcBef>
                <a:spcPts val="0"/>
              </a:spcBef>
              <a:spcAft>
                <a:spcPts val="0"/>
              </a:spcAft>
              <a:buClr>
                <a:srgbClr val="000000"/>
              </a:buClr>
              <a:buSzPts val="1100"/>
              <a:buFont typeface="Arial"/>
              <a:buNone/>
            </a:pPr>
            <a:r>
              <a:rPr lang="en" sz="700">
                <a:latin typeface="Montserrat"/>
                <a:ea typeface="Montserrat"/>
                <a:cs typeface="Montserrat"/>
                <a:sym typeface="Montserrat"/>
              </a:rPr>
              <a:t>Date</a:t>
            </a:r>
            <a:endParaRPr sz="900">
              <a:latin typeface="Montserrat ExtraBold"/>
              <a:ea typeface="Montserrat ExtraBold"/>
              <a:cs typeface="Montserrat ExtraBold"/>
              <a:sym typeface="Montserrat ExtraBold"/>
            </a:endParaRPr>
          </a:p>
        </p:txBody>
      </p:sp>
      <p:cxnSp>
        <p:nvCxnSpPr>
          <p:cNvPr id="48" name="Google Shape;48;p9"/>
          <p:cNvCxnSpPr/>
          <p:nvPr/>
        </p:nvCxnSpPr>
        <p:spPr>
          <a:xfrm>
            <a:off x="809720" y="2488283"/>
            <a:ext cx="5637000" cy="0"/>
          </a:xfrm>
          <a:prstGeom prst="straightConnector1">
            <a:avLst/>
          </a:prstGeom>
          <a:noFill/>
          <a:ln cap="flat" cmpd="sng" w="19050">
            <a:solidFill>
              <a:srgbClr val="CCCCCC"/>
            </a:solidFill>
            <a:prstDash val="solid"/>
            <a:round/>
            <a:headEnd len="med" w="med" type="none"/>
            <a:tailEnd len="med" w="med" type="none"/>
          </a:ln>
        </p:spPr>
      </p:cxnSp>
      <p:sp>
        <p:nvSpPr>
          <p:cNvPr id="49" name="Google Shape;49;p9"/>
          <p:cNvSpPr/>
          <p:nvPr/>
        </p:nvSpPr>
        <p:spPr>
          <a:xfrm>
            <a:off x="725649" y="2410736"/>
            <a:ext cx="145800" cy="145800"/>
          </a:xfrm>
          <a:prstGeom prst="ellipse">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sp>
        <p:nvSpPr>
          <p:cNvPr id="50" name="Google Shape;50;p9"/>
          <p:cNvSpPr txBox="1"/>
          <p:nvPr/>
        </p:nvSpPr>
        <p:spPr>
          <a:xfrm>
            <a:off x="1574501" y="2615750"/>
            <a:ext cx="1247100" cy="4491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Clr>
                <a:srgbClr val="000000"/>
              </a:buClr>
              <a:buSzPts val="1100"/>
              <a:buFont typeface="Arial"/>
              <a:buNone/>
            </a:pPr>
            <a:r>
              <a:rPr lang="en" sz="900">
                <a:latin typeface="Montserrat ExtraBold"/>
                <a:ea typeface="Montserrat ExtraBold"/>
                <a:cs typeface="Montserrat ExtraBold"/>
                <a:sym typeface="Montserrat ExtraBold"/>
              </a:rPr>
              <a:t>Step 02</a:t>
            </a:r>
            <a:endParaRPr sz="900">
              <a:latin typeface="Montserrat ExtraBold"/>
              <a:ea typeface="Montserrat ExtraBold"/>
              <a:cs typeface="Montserrat ExtraBold"/>
              <a:sym typeface="Montserrat ExtraBold"/>
            </a:endParaRPr>
          </a:p>
          <a:p>
            <a:pPr indent="0" lvl="0" marL="0" rtl="0" algn="ctr">
              <a:lnSpc>
                <a:spcPct val="115000"/>
              </a:lnSpc>
              <a:spcBef>
                <a:spcPts val="0"/>
              </a:spcBef>
              <a:spcAft>
                <a:spcPts val="0"/>
              </a:spcAft>
              <a:buClr>
                <a:srgbClr val="000000"/>
              </a:buClr>
              <a:buSzPts val="1100"/>
              <a:buFont typeface="Arial"/>
              <a:buNone/>
            </a:pPr>
            <a:r>
              <a:rPr lang="en" sz="700">
                <a:latin typeface="Montserrat"/>
                <a:ea typeface="Montserrat"/>
                <a:cs typeface="Montserrat"/>
                <a:sym typeface="Montserrat"/>
              </a:rPr>
              <a:t>Date</a:t>
            </a:r>
            <a:endParaRPr sz="900">
              <a:latin typeface="Montserrat ExtraBold"/>
              <a:ea typeface="Montserrat ExtraBold"/>
              <a:cs typeface="Montserrat ExtraBold"/>
              <a:sym typeface="Montserrat ExtraBold"/>
            </a:endParaRPr>
          </a:p>
        </p:txBody>
      </p:sp>
      <p:sp>
        <p:nvSpPr>
          <p:cNvPr id="51" name="Google Shape;51;p9"/>
          <p:cNvSpPr/>
          <p:nvPr/>
        </p:nvSpPr>
        <p:spPr>
          <a:xfrm>
            <a:off x="2125149" y="2410736"/>
            <a:ext cx="145800" cy="145800"/>
          </a:xfrm>
          <a:prstGeom prst="ellipse">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sp>
        <p:nvSpPr>
          <p:cNvPr id="52" name="Google Shape;52;p9"/>
          <p:cNvSpPr txBox="1"/>
          <p:nvPr/>
        </p:nvSpPr>
        <p:spPr>
          <a:xfrm>
            <a:off x="2974001" y="2615750"/>
            <a:ext cx="1247100" cy="4491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Clr>
                <a:srgbClr val="000000"/>
              </a:buClr>
              <a:buSzPts val="1100"/>
              <a:buFont typeface="Arial"/>
              <a:buNone/>
            </a:pPr>
            <a:r>
              <a:rPr lang="en" sz="900">
                <a:latin typeface="Montserrat ExtraBold"/>
                <a:ea typeface="Montserrat ExtraBold"/>
                <a:cs typeface="Montserrat ExtraBold"/>
                <a:sym typeface="Montserrat ExtraBold"/>
              </a:rPr>
              <a:t>Step 03</a:t>
            </a:r>
            <a:endParaRPr sz="900">
              <a:latin typeface="Montserrat ExtraBold"/>
              <a:ea typeface="Montserrat ExtraBold"/>
              <a:cs typeface="Montserrat ExtraBold"/>
              <a:sym typeface="Montserrat ExtraBold"/>
            </a:endParaRPr>
          </a:p>
          <a:p>
            <a:pPr indent="0" lvl="0" marL="0" rtl="0" algn="ctr">
              <a:lnSpc>
                <a:spcPct val="115000"/>
              </a:lnSpc>
              <a:spcBef>
                <a:spcPts val="0"/>
              </a:spcBef>
              <a:spcAft>
                <a:spcPts val="0"/>
              </a:spcAft>
              <a:buClr>
                <a:srgbClr val="000000"/>
              </a:buClr>
              <a:buSzPts val="1100"/>
              <a:buFont typeface="Arial"/>
              <a:buNone/>
            </a:pPr>
            <a:r>
              <a:rPr lang="en" sz="700">
                <a:latin typeface="Montserrat"/>
                <a:ea typeface="Montserrat"/>
                <a:cs typeface="Montserrat"/>
                <a:sym typeface="Montserrat"/>
              </a:rPr>
              <a:t>Date</a:t>
            </a:r>
            <a:endParaRPr sz="900">
              <a:latin typeface="Montserrat ExtraBold"/>
              <a:ea typeface="Montserrat ExtraBold"/>
              <a:cs typeface="Montserrat ExtraBold"/>
              <a:sym typeface="Montserrat ExtraBold"/>
            </a:endParaRPr>
          </a:p>
        </p:txBody>
      </p:sp>
      <p:sp>
        <p:nvSpPr>
          <p:cNvPr id="53" name="Google Shape;53;p9"/>
          <p:cNvSpPr/>
          <p:nvPr/>
        </p:nvSpPr>
        <p:spPr>
          <a:xfrm>
            <a:off x="3524649" y="2410736"/>
            <a:ext cx="145800" cy="145800"/>
          </a:xfrm>
          <a:prstGeom prst="ellipse">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sp>
        <p:nvSpPr>
          <p:cNvPr id="54" name="Google Shape;54;p9"/>
          <p:cNvSpPr txBox="1"/>
          <p:nvPr/>
        </p:nvSpPr>
        <p:spPr>
          <a:xfrm>
            <a:off x="4373501" y="2615750"/>
            <a:ext cx="1247100" cy="4491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Clr>
                <a:srgbClr val="000000"/>
              </a:buClr>
              <a:buSzPts val="1100"/>
              <a:buFont typeface="Arial"/>
              <a:buNone/>
            </a:pPr>
            <a:r>
              <a:rPr lang="en" sz="900">
                <a:latin typeface="Montserrat ExtraBold"/>
                <a:ea typeface="Montserrat ExtraBold"/>
                <a:cs typeface="Montserrat ExtraBold"/>
                <a:sym typeface="Montserrat ExtraBold"/>
              </a:rPr>
              <a:t>Step 04</a:t>
            </a:r>
            <a:endParaRPr sz="900">
              <a:latin typeface="Montserrat ExtraBold"/>
              <a:ea typeface="Montserrat ExtraBold"/>
              <a:cs typeface="Montserrat ExtraBold"/>
              <a:sym typeface="Montserrat ExtraBold"/>
            </a:endParaRPr>
          </a:p>
          <a:p>
            <a:pPr indent="0" lvl="0" marL="0" rtl="0" algn="ctr">
              <a:lnSpc>
                <a:spcPct val="115000"/>
              </a:lnSpc>
              <a:spcBef>
                <a:spcPts val="0"/>
              </a:spcBef>
              <a:spcAft>
                <a:spcPts val="0"/>
              </a:spcAft>
              <a:buClr>
                <a:srgbClr val="000000"/>
              </a:buClr>
              <a:buSzPts val="1100"/>
              <a:buFont typeface="Arial"/>
              <a:buNone/>
            </a:pPr>
            <a:r>
              <a:rPr lang="en" sz="700">
                <a:latin typeface="Montserrat"/>
                <a:ea typeface="Montserrat"/>
                <a:cs typeface="Montserrat"/>
                <a:sym typeface="Montserrat"/>
              </a:rPr>
              <a:t>Date</a:t>
            </a:r>
            <a:endParaRPr sz="900">
              <a:latin typeface="Montserrat ExtraBold"/>
              <a:ea typeface="Montserrat ExtraBold"/>
              <a:cs typeface="Montserrat ExtraBold"/>
              <a:sym typeface="Montserrat ExtraBold"/>
            </a:endParaRPr>
          </a:p>
        </p:txBody>
      </p:sp>
      <p:sp>
        <p:nvSpPr>
          <p:cNvPr id="55" name="Google Shape;55;p9"/>
          <p:cNvSpPr/>
          <p:nvPr/>
        </p:nvSpPr>
        <p:spPr>
          <a:xfrm>
            <a:off x="4924149" y="2410736"/>
            <a:ext cx="145800" cy="145800"/>
          </a:xfrm>
          <a:prstGeom prst="ellipse">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cxnSp>
        <p:nvCxnSpPr>
          <p:cNvPr id="56" name="Google Shape;56;p9"/>
          <p:cNvCxnSpPr/>
          <p:nvPr/>
        </p:nvCxnSpPr>
        <p:spPr>
          <a:xfrm>
            <a:off x="6314815" y="2485599"/>
            <a:ext cx="1553700" cy="0"/>
          </a:xfrm>
          <a:prstGeom prst="straightConnector1">
            <a:avLst/>
          </a:prstGeom>
          <a:noFill/>
          <a:ln cap="flat" cmpd="sng" w="19050">
            <a:solidFill>
              <a:srgbClr val="CCCCCC"/>
            </a:solidFill>
            <a:prstDash val="dot"/>
            <a:round/>
            <a:headEnd len="med" w="med" type="none"/>
            <a:tailEnd len="med" w="med" type="none"/>
          </a:ln>
        </p:spPr>
      </p:cxnSp>
      <p:sp>
        <p:nvSpPr>
          <p:cNvPr id="57" name="Google Shape;57;p9"/>
          <p:cNvSpPr/>
          <p:nvPr/>
        </p:nvSpPr>
        <p:spPr>
          <a:xfrm>
            <a:off x="7680712" y="2368275"/>
            <a:ext cx="230700" cy="230700"/>
          </a:xfrm>
          <a:prstGeom prst="ellipse">
            <a:avLst/>
          </a:prstGeom>
          <a:solidFill>
            <a:srgbClr val="F3F3F3"/>
          </a:solidFill>
          <a:ln cap="flat" cmpd="sng" w="19050">
            <a:solidFill>
              <a:srgbClr val="CCCC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sp>
        <p:nvSpPr>
          <p:cNvPr id="58" name="Google Shape;58;p9"/>
          <p:cNvSpPr/>
          <p:nvPr/>
        </p:nvSpPr>
        <p:spPr>
          <a:xfrm>
            <a:off x="6281212" y="2368275"/>
            <a:ext cx="230700" cy="230700"/>
          </a:xfrm>
          <a:prstGeom prst="ellipse">
            <a:avLst/>
          </a:prstGeom>
          <a:solidFill>
            <a:srgbClr val="009F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sp>
        <p:nvSpPr>
          <p:cNvPr id="59" name="Google Shape;59;p9"/>
          <p:cNvSpPr/>
          <p:nvPr/>
        </p:nvSpPr>
        <p:spPr>
          <a:xfrm>
            <a:off x="7723168" y="2409361"/>
            <a:ext cx="145800" cy="145800"/>
          </a:xfrm>
          <a:prstGeom prst="ellipse">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sp>
        <p:nvSpPr>
          <p:cNvPr id="60" name="Google Shape;60;p9"/>
          <p:cNvSpPr txBox="1"/>
          <p:nvPr/>
        </p:nvSpPr>
        <p:spPr>
          <a:xfrm>
            <a:off x="5773001" y="2615750"/>
            <a:ext cx="1247100" cy="4491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Clr>
                <a:srgbClr val="000000"/>
              </a:buClr>
              <a:buSzPts val="1100"/>
              <a:buFont typeface="Arial"/>
              <a:buNone/>
            </a:pPr>
            <a:r>
              <a:rPr lang="en" sz="900">
                <a:latin typeface="Montserrat ExtraBold"/>
                <a:ea typeface="Montserrat ExtraBold"/>
                <a:cs typeface="Montserrat ExtraBold"/>
                <a:sym typeface="Montserrat ExtraBold"/>
              </a:rPr>
              <a:t>Current</a:t>
            </a:r>
            <a:endParaRPr sz="900">
              <a:latin typeface="Montserrat ExtraBold"/>
              <a:ea typeface="Montserrat ExtraBold"/>
              <a:cs typeface="Montserrat ExtraBold"/>
              <a:sym typeface="Montserrat ExtraBold"/>
            </a:endParaRPr>
          </a:p>
          <a:p>
            <a:pPr indent="0" lvl="0" marL="0" rtl="0" algn="ctr">
              <a:lnSpc>
                <a:spcPct val="115000"/>
              </a:lnSpc>
              <a:spcBef>
                <a:spcPts val="0"/>
              </a:spcBef>
              <a:spcAft>
                <a:spcPts val="0"/>
              </a:spcAft>
              <a:buClr>
                <a:srgbClr val="000000"/>
              </a:buClr>
              <a:buSzPts val="1100"/>
              <a:buFont typeface="Arial"/>
              <a:buNone/>
            </a:pPr>
            <a:r>
              <a:rPr lang="en" sz="700">
                <a:latin typeface="Montserrat"/>
                <a:ea typeface="Montserrat"/>
                <a:cs typeface="Montserrat"/>
                <a:sym typeface="Montserrat"/>
              </a:rPr>
              <a:t>Date</a:t>
            </a:r>
            <a:endParaRPr sz="900">
              <a:latin typeface="Montserrat ExtraBold"/>
              <a:ea typeface="Montserrat ExtraBold"/>
              <a:cs typeface="Montserrat ExtraBold"/>
              <a:sym typeface="Montserrat ExtraBold"/>
            </a:endParaRPr>
          </a:p>
        </p:txBody>
      </p:sp>
      <p:sp>
        <p:nvSpPr>
          <p:cNvPr id="61" name="Google Shape;61;p9"/>
          <p:cNvSpPr txBox="1"/>
          <p:nvPr/>
        </p:nvSpPr>
        <p:spPr>
          <a:xfrm>
            <a:off x="7172501" y="2615750"/>
            <a:ext cx="1247100" cy="4491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Clr>
                <a:srgbClr val="000000"/>
              </a:buClr>
              <a:buSzPts val="1100"/>
              <a:buFont typeface="Arial"/>
              <a:buNone/>
            </a:pPr>
            <a:r>
              <a:rPr lang="en" sz="900">
                <a:latin typeface="Montserrat ExtraBold"/>
                <a:ea typeface="Montserrat ExtraBold"/>
                <a:cs typeface="Montserrat ExtraBold"/>
                <a:sym typeface="Montserrat ExtraBold"/>
              </a:rPr>
              <a:t>Rollout</a:t>
            </a:r>
            <a:endParaRPr sz="900">
              <a:latin typeface="Montserrat ExtraBold"/>
              <a:ea typeface="Montserrat ExtraBold"/>
              <a:cs typeface="Montserrat ExtraBold"/>
              <a:sym typeface="Montserrat ExtraBold"/>
            </a:endParaRPr>
          </a:p>
          <a:p>
            <a:pPr indent="0" lvl="0" marL="0" rtl="0" algn="ctr">
              <a:lnSpc>
                <a:spcPct val="115000"/>
              </a:lnSpc>
              <a:spcBef>
                <a:spcPts val="0"/>
              </a:spcBef>
              <a:spcAft>
                <a:spcPts val="0"/>
              </a:spcAft>
              <a:buClr>
                <a:srgbClr val="000000"/>
              </a:buClr>
              <a:buSzPts val="1100"/>
              <a:buFont typeface="Arial"/>
              <a:buNone/>
            </a:pPr>
            <a:r>
              <a:rPr lang="en" sz="700">
                <a:latin typeface="Montserrat"/>
                <a:ea typeface="Montserrat"/>
                <a:cs typeface="Montserrat"/>
                <a:sym typeface="Montserrat"/>
              </a:rPr>
              <a:t>Date</a:t>
            </a:r>
            <a:endParaRPr sz="900">
              <a:latin typeface="Montserrat ExtraBold"/>
              <a:ea typeface="Montserrat ExtraBold"/>
              <a:cs typeface="Montserrat ExtraBold"/>
              <a:sym typeface="Montserrat ExtraBold"/>
            </a:endParaRPr>
          </a:p>
        </p:txBody>
      </p:sp>
      <p:sp>
        <p:nvSpPr>
          <p:cNvPr id="62" name="Google Shape;62;p9"/>
          <p:cNvSpPr txBox="1"/>
          <p:nvPr/>
        </p:nvSpPr>
        <p:spPr>
          <a:xfrm>
            <a:off x="675550" y="1136800"/>
            <a:ext cx="5864100" cy="6465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Clr>
                <a:srgbClr val="000000"/>
              </a:buClr>
              <a:buSzPts val="1100"/>
              <a:buFont typeface="Arial"/>
              <a:buNone/>
            </a:pPr>
            <a:r>
              <a:rPr lang="en" sz="3000">
                <a:solidFill>
                  <a:srgbClr val="2F3033"/>
                </a:solidFill>
                <a:latin typeface="Montserrat ExtraBold"/>
                <a:ea typeface="Montserrat ExtraBold"/>
                <a:cs typeface="Montserrat ExtraBold"/>
                <a:sym typeface="Montserrat ExtraBold"/>
              </a:rPr>
              <a:t>Project timeline</a:t>
            </a:r>
            <a:endParaRPr sz="3000">
              <a:solidFill>
                <a:srgbClr val="2F3033"/>
              </a:solidFill>
              <a:latin typeface="Montserrat ExtraBold"/>
              <a:ea typeface="Montserrat ExtraBold"/>
              <a:cs typeface="Montserrat ExtraBold"/>
              <a:sym typeface="Montserrat ExtraBo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6" name="Shape 66"/>
        <p:cNvGrpSpPr/>
        <p:nvPr/>
      </p:nvGrpSpPr>
      <p:grpSpPr>
        <a:xfrm>
          <a:off x="0" y="0"/>
          <a:ext cx="0" cy="0"/>
          <a:chOff x="0" y="0"/>
          <a:chExt cx="0" cy="0"/>
        </a:xfrm>
      </p:grpSpPr>
      <p:sp>
        <p:nvSpPr>
          <p:cNvPr id="67" name="Google Shape;67;p10"/>
          <p:cNvSpPr txBox="1"/>
          <p:nvPr/>
        </p:nvSpPr>
        <p:spPr>
          <a:xfrm>
            <a:off x="751750" y="2094625"/>
            <a:ext cx="6198000" cy="9543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Clr>
                <a:srgbClr val="000000"/>
              </a:buClr>
              <a:buSzPts val="1100"/>
              <a:buFont typeface="Arial"/>
              <a:buNone/>
            </a:pPr>
            <a:r>
              <a:rPr lang="en" sz="5000">
                <a:solidFill>
                  <a:srgbClr val="FFFFFF"/>
                </a:solidFill>
                <a:latin typeface="Montserrat ExtraBold"/>
                <a:ea typeface="Montserrat ExtraBold"/>
                <a:cs typeface="Montserrat ExtraBold"/>
                <a:sym typeface="Montserrat ExtraBold"/>
              </a:rPr>
              <a:t>Black emphasis</a:t>
            </a:r>
            <a:endParaRPr sz="5000">
              <a:solidFill>
                <a:srgbClr val="FFFFFF"/>
              </a:solidFill>
              <a:latin typeface="Montserrat"/>
              <a:ea typeface="Montserrat"/>
              <a:cs typeface="Montserrat"/>
              <a:sym typeface="Montserra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1" name="Shape 71"/>
        <p:cNvGrpSpPr/>
        <p:nvPr/>
      </p:nvGrpSpPr>
      <p:grpSpPr>
        <a:xfrm>
          <a:off x="0" y="0"/>
          <a:ext cx="0" cy="0"/>
          <a:chOff x="0" y="0"/>
          <a:chExt cx="0" cy="0"/>
        </a:xfrm>
      </p:grpSpPr>
      <p:sp>
        <p:nvSpPr>
          <p:cNvPr id="72" name="Google Shape;72;p11"/>
          <p:cNvSpPr txBox="1"/>
          <p:nvPr/>
        </p:nvSpPr>
        <p:spPr>
          <a:xfrm>
            <a:off x="751750" y="1789825"/>
            <a:ext cx="6198000" cy="22164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Clr>
                <a:srgbClr val="000000"/>
              </a:buClr>
              <a:buSzPts val="1100"/>
              <a:buFont typeface="Arial"/>
              <a:buNone/>
            </a:pPr>
            <a:r>
              <a:rPr lang="en" sz="4400">
                <a:solidFill>
                  <a:srgbClr val="FFFFFF"/>
                </a:solidFill>
                <a:latin typeface="Montserrat ExtraBold"/>
                <a:ea typeface="Montserrat ExtraBold"/>
                <a:cs typeface="Montserrat ExtraBold"/>
                <a:sym typeface="Montserrat ExtraBold"/>
              </a:rPr>
              <a:t>used to highlight important brand content.</a:t>
            </a:r>
            <a:endParaRPr sz="4400">
              <a:solidFill>
                <a:srgbClr val="FFFFFF"/>
              </a:solidFill>
              <a:latin typeface="Montserrat ExtraBold"/>
              <a:ea typeface="Montserrat ExtraBold"/>
              <a:cs typeface="Montserrat ExtraBold"/>
              <a:sym typeface="Montserrat ExtraBold"/>
            </a:endParaRPr>
          </a:p>
        </p:txBody>
      </p:sp>
      <p:sp>
        <p:nvSpPr>
          <p:cNvPr id="73" name="Google Shape;73;p11"/>
          <p:cNvSpPr txBox="1"/>
          <p:nvPr>
            <p:ph idx="1" type="body"/>
          </p:nvPr>
        </p:nvSpPr>
        <p:spPr>
          <a:xfrm>
            <a:off x="751750" y="1357700"/>
            <a:ext cx="3133500" cy="48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1000"/>
              </a:spcAft>
              <a:buNone/>
            </a:pPr>
            <a:r>
              <a:rPr lang="en">
                <a:solidFill>
                  <a:srgbClr val="FFFFFF"/>
                </a:solidFill>
                <a:latin typeface="Montserrat"/>
                <a:ea typeface="Montserrat"/>
                <a:cs typeface="Montserrat"/>
                <a:sym typeface="Montserrat"/>
              </a:rPr>
              <a:t>This is the blue emphasis page</a:t>
            </a:r>
            <a:endParaRPr>
              <a:solidFill>
                <a:srgbClr val="FFFFFF"/>
              </a:solidFill>
              <a:latin typeface="Montserrat"/>
              <a:ea typeface="Montserrat"/>
              <a:cs typeface="Montserrat"/>
              <a:sym typeface="Montserra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7" name="Shape 77"/>
        <p:cNvGrpSpPr/>
        <p:nvPr/>
      </p:nvGrpSpPr>
      <p:grpSpPr>
        <a:xfrm>
          <a:off x="0" y="0"/>
          <a:ext cx="0" cy="0"/>
          <a:chOff x="0" y="0"/>
          <a:chExt cx="0" cy="0"/>
        </a:xfrm>
      </p:grpSpPr>
      <p:sp>
        <p:nvSpPr>
          <p:cNvPr id="78" name="Google Shape;78;p12"/>
          <p:cNvSpPr txBox="1"/>
          <p:nvPr>
            <p:ph idx="1" type="body"/>
          </p:nvPr>
        </p:nvSpPr>
        <p:spPr>
          <a:xfrm>
            <a:off x="751750" y="1357694"/>
            <a:ext cx="2556300" cy="48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1000"/>
              </a:spcAft>
              <a:buNone/>
            </a:pPr>
            <a:r>
              <a:rPr lang="en">
                <a:solidFill>
                  <a:srgbClr val="2F3033"/>
                </a:solidFill>
                <a:latin typeface="Montserrat"/>
                <a:ea typeface="Montserrat"/>
                <a:cs typeface="Montserrat"/>
                <a:sym typeface="Montserrat"/>
              </a:rPr>
              <a:t>A layout continuation</a:t>
            </a:r>
            <a:endParaRPr>
              <a:solidFill>
                <a:srgbClr val="2F3033"/>
              </a:solidFill>
              <a:latin typeface="Montserrat"/>
              <a:ea typeface="Montserrat"/>
              <a:cs typeface="Montserrat"/>
              <a:sym typeface="Montserrat"/>
            </a:endParaRPr>
          </a:p>
        </p:txBody>
      </p:sp>
      <p:sp>
        <p:nvSpPr>
          <p:cNvPr id="79" name="Google Shape;79;p12"/>
          <p:cNvSpPr/>
          <p:nvPr/>
        </p:nvSpPr>
        <p:spPr>
          <a:xfrm>
            <a:off x="6257225" y="0"/>
            <a:ext cx="2886900" cy="5143500"/>
          </a:xfrm>
          <a:prstGeom prst="rect">
            <a:avLst/>
          </a:prstGeom>
          <a:solidFill>
            <a:srgbClr val="EEF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0" name="Google Shape;80;p12"/>
          <p:cNvPicPr preferRelativeResize="0"/>
          <p:nvPr/>
        </p:nvPicPr>
        <p:blipFill>
          <a:blip r:embed="rId3">
            <a:alphaModFix/>
          </a:blip>
          <a:stretch>
            <a:fillRect/>
          </a:stretch>
        </p:blipFill>
        <p:spPr>
          <a:xfrm>
            <a:off x="4476200" y="1128300"/>
            <a:ext cx="2886896" cy="2886904"/>
          </a:xfrm>
          <a:prstGeom prst="rect">
            <a:avLst/>
          </a:prstGeom>
          <a:noFill/>
          <a:ln>
            <a:noFill/>
          </a:ln>
        </p:spPr>
      </p:pic>
      <p:sp>
        <p:nvSpPr>
          <p:cNvPr id="81" name="Google Shape;81;p12"/>
          <p:cNvSpPr txBox="1"/>
          <p:nvPr>
            <p:ph idx="2" type="body"/>
          </p:nvPr>
        </p:nvSpPr>
        <p:spPr>
          <a:xfrm>
            <a:off x="751750" y="1762775"/>
            <a:ext cx="2351400" cy="1780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900">
                <a:solidFill>
                  <a:srgbClr val="2F3033"/>
                </a:solidFill>
                <a:latin typeface="Montserrat ExtraBold"/>
                <a:ea typeface="Montserrat ExtraBold"/>
                <a:cs typeface="Montserrat ExtraBold"/>
                <a:sym typeface="Montserrat ExtraBold"/>
              </a:rPr>
              <a:t>Idea 1</a:t>
            </a:r>
            <a:endParaRPr sz="2900">
              <a:solidFill>
                <a:srgbClr val="2F3033"/>
              </a:solidFill>
              <a:latin typeface="Montserrat ExtraBold"/>
              <a:ea typeface="Montserrat ExtraBold"/>
              <a:cs typeface="Montserrat ExtraBold"/>
              <a:sym typeface="Montserrat ExtraBold"/>
            </a:endParaRPr>
          </a:p>
          <a:p>
            <a:pPr indent="0" lvl="0" marL="0" rtl="0" algn="l">
              <a:spcBef>
                <a:spcPts val="1000"/>
              </a:spcBef>
              <a:spcAft>
                <a:spcPts val="0"/>
              </a:spcAft>
              <a:buNone/>
            </a:pPr>
            <a:r>
              <a:rPr lang="en" sz="2900">
                <a:solidFill>
                  <a:srgbClr val="2F3033"/>
                </a:solidFill>
                <a:latin typeface="Montserrat ExtraBold"/>
                <a:ea typeface="Montserrat ExtraBold"/>
                <a:cs typeface="Montserrat ExtraBold"/>
                <a:sym typeface="Montserrat ExtraBold"/>
              </a:rPr>
              <a:t>Idea 2</a:t>
            </a:r>
            <a:endParaRPr sz="2900">
              <a:solidFill>
                <a:srgbClr val="2F3033"/>
              </a:solidFill>
              <a:latin typeface="Montserrat ExtraBold"/>
              <a:ea typeface="Montserrat ExtraBold"/>
              <a:cs typeface="Montserrat ExtraBold"/>
              <a:sym typeface="Montserrat ExtraBold"/>
            </a:endParaRPr>
          </a:p>
          <a:p>
            <a:pPr indent="0" lvl="0" marL="0" rtl="0" algn="l">
              <a:spcBef>
                <a:spcPts val="1000"/>
              </a:spcBef>
              <a:spcAft>
                <a:spcPts val="1000"/>
              </a:spcAft>
              <a:buNone/>
            </a:pPr>
            <a:r>
              <a:rPr lang="en" sz="2900">
                <a:solidFill>
                  <a:srgbClr val="2F3033"/>
                </a:solidFill>
                <a:latin typeface="Montserrat ExtraBold"/>
                <a:ea typeface="Montserrat ExtraBold"/>
                <a:cs typeface="Montserrat ExtraBold"/>
                <a:sym typeface="Montserrat ExtraBold"/>
              </a:rPr>
              <a:t>Idea 3</a:t>
            </a:r>
            <a:endParaRPr sz="2900">
              <a:solidFill>
                <a:srgbClr val="2F3033"/>
              </a:solidFill>
              <a:latin typeface="Montserrat ExtraBold"/>
              <a:ea typeface="Montserrat ExtraBold"/>
              <a:cs typeface="Montserrat ExtraBold"/>
              <a:sym typeface="Montserrat ExtraBo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5" name="Shape 85"/>
        <p:cNvGrpSpPr/>
        <p:nvPr/>
      </p:nvGrpSpPr>
      <p:grpSpPr>
        <a:xfrm>
          <a:off x="0" y="0"/>
          <a:ext cx="0" cy="0"/>
          <a:chOff x="0" y="0"/>
          <a:chExt cx="0" cy="0"/>
        </a:xfrm>
      </p:grpSpPr>
      <p:sp>
        <p:nvSpPr>
          <p:cNvPr id="86" name="Google Shape;86;p13"/>
          <p:cNvSpPr txBox="1"/>
          <p:nvPr/>
        </p:nvSpPr>
        <p:spPr>
          <a:xfrm>
            <a:off x="751750" y="1789825"/>
            <a:ext cx="6576600" cy="22164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Clr>
                <a:schemeClr val="dk1"/>
              </a:buClr>
              <a:buSzPts val="1100"/>
              <a:buFont typeface="Arial"/>
              <a:buNone/>
            </a:pPr>
            <a:r>
              <a:rPr lang="en" sz="4400">
                <a:solidFill>
                  <a:srgbClr val="2F3033"/>
                </a:solidFill>
                <a:latin typeface="Montserrat ExtraBold"/>
                <a:ea typeface="Montserrat ExtraBold"/>
                <a:cs typeface="Montserrat ExtraBold"/>
                <a:sym typeface="Montserrat ExtraBold"/>
              </a:rPr>
              <a:t>From the previous slide, but with </a:t>
            </a:r>
            <a:r>
              <a:rPr lang="en" sz="4400">
                <a:solidFill>
                  <a:srgbClr val="009FD9"/>
                </a:solidFill>
                <a:latin typeface="Montserrat ExtraBold"/>
                <a:ea typeface="Montserrat ExtraBold"/>
                <a:cs typeface="Montserrat ExtraBold"/>
                <a:sym typeface="Montserrat ExtraBold"/>
              </a:rPr>
              <a:t>less</a:t>
            </a:r>
            <a:r>
              <a:rPr lang="en" sz="4400">
                <a:solidFill>
                  <a:srgbClr val="2F3033"/>
                </a:solidFill>
                <a:latin typeface="Montserrat ExtraBold"/>
                <a:ea typeface="Montserrat ExtraBold"/>
                <a:cs typeface="Montserrat ExtraBold"/>
                <a:sym typeface="Montserrat ExtraBold"/>
              </a:rPr>
              <a:t> importance.</a:t>
            </a:r>
            <a:endParaRPr sz="4400">
              <a:solidFill>
                <a:srgbClr val="2F3033"/>
              </a:solidFill>
              <a:latin typeface="Montserrat ExtraBold"/>
              <a:ea typeface="Montserrat ExtraBold"/>
              <a:cs typeface="Montserrat ExtraBold"/>
              <a:sym typeface="Montserrat ExtraBold"/>
            </a:endParaRPr>
          </a:p>
        </p:txBody>
      </p:sp>
      <p:sp>
        <p:nvSpPr>
          <p:cNvPr id="87" name="Google Shape;87;p13"/>
          <p:cNvSpPr txBox="1"/>
          <p:nvPr>
            <p:ph idx="1" type="body"/>
          </p:nvPr>
        </p:nvSpPr>
        <p:spPr>
          <a:xfrm>
            <a:off x="751750" y="1357694"/>
            <a:ext cx="2556300" cy="48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1000"/>
              </a:spcAft>
              <a:buNone/>
            </a:pPr>
            <a:r>
              <a:rPr lang="en">
                <a:solidFill>
                  <a:srgbClr val="2F3033"/>
                </a:solidFill>
                <a:latin typeface="Montserrat"/>
                <a:ea typeface="Montserrat"/>
                <a:cs typeface="Montserrat"/>
                <a:sym typeface="Montserrat"/>
              </a:rPr>
              <a:t>A layout continuation</a:t>
            </a:r>
            <a:endParaRPr>
              <a:solidFill>
                <a:srgbClr val="2F3033"/>
              </a:solidFill>
              <a:latin typeface="Montserrat"/>
              <a:ea typeface="Montserrat"/>
              <a:cs typeface="Montserrat"/>
              <a:sym typeface="Montserra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1" name="Shape 91"/>
        <p:cNvGrpSpPr/>
        <p:nvPr/>
      </p:nvGrpSpPr>
      <p:grpSpPr>
        <a:xfrm>
          <a:off x="0" y="0"/>
          <a:ext cx="0" cy="0"/>
          <a:chOff x="0" y="0"/>
          <a:chExt cx="0" cy="0"/>
        </a:xfrm>
      </p:grpSpPr>
      <p:sp>
        <p:nvSpPr>
          <p:cNvPr id="92" name="Google Shape;92;p14"/>
          <p:cNvSpPr txBox="1"/>
          <p:nvPr>
            <p:ph idx="1" type="body"/>
          </p:nvPr>
        </p:nvSpPr>
        <p:spPr>
          <a:xfrm>
            <a:off x="751750" y="1762775"/>
            <a:ext cx="7051800" cy="1957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900">
                <a:solidFill>
                  <a:srgbClr val="2F3033"/>
                </a:solidFill>
                <a:latin typeface="Montserrat ExtraBold"/>
                <a:ea typeface="Montserrat ExtraBold"/>
                <a:cs typeface="Montserrat ExtraBold"/>
                <a:sym typeface="Montserrat ExtraBold"/>
              </a:rPr>
              <a:t>This is </a:t>
            </a:r>
            <a:r>
              <a:rPr lang="en" sz="2900">
                <a:solidFill>
                  <a:srgbClr val="009FD9"/>
                </a:solidFill>
                <a:latin typeface="Montserrat ExtraBold"/>
                <a:ea typeface="Montserrat ExtraBold"/>
                <a:cs typeface="Montserrat ExtraBold"/>
                <a:sym typeface="Montserrat ExtraBold"/>
              </a:rPr>
              <a:t>idea 1.</a:t>
            </a:r>
            <a:endParaRPr sz="2900">
              <a:solidFill>
                <a:srgbClr val="009FD9"/>
              </a:solidFill>
              <a:latin typeface="Montserrat ExtraBold"/>
              <a:ea typeface="Montserrat ExtraBold"/>
              <a:cs typeface="Montserrat ExtraBold"/>
              <a:sym typeface="Montserrat ExtraBold"/>
            </a:endParaRPr>
          </a:p>
          <a:p>
            <a:pPr indent="0" lvl="0" marL="0" rtl="0" algn="l">
              <a:spcBef>
                <a:spcPts val="1000"/>
              </a:spcBef>
              <a:spcAft>
                <a:spcPts val="0"/>
              </a:spcAft>
              <a:buNone/>
            </a:pPr>
            <a:r>
              <a:rPr lang="en" sz="2900">
                <a:solidFill>
                  <a:srgbClr val="2F3033"/>
                </a:solidFill>
                <a:latin typeface="Montserrat ExtraBold"/>
                <a:ea typeface="Montserrat ExtraBold"/>
                <a:cs typeface="Montserrat ExtraBold"/>
                <a:sym typeface="Montserrat ExtraBold"/>
              </a:rPr>
              <a:t>This is the </a:t>
            </a:r>
            <a:r>
              <a:rPr lang="en" sz="2900">
                <a:solidFill>
                  <a:srgbClr val="009FD9"/>
                </a:solidFill>
                <a:latin typeface="Montserrat ExtraBold"/>
                <a:ea typeface="Montserrat ExtraBold"/>
                <a:cs typeface="Montserrat ExtraBold"/>
                <a:sym typeface="Montserrat ExtraBold"/>
              </a:rPr>
              <a:t>second idea.</a:t>
            </a:r>
            <a:endParaRPr sz="2900">
              <a:solidFill>
                <a:srgbClr val="009FD9"/>
              </a:solidFill>
              <a:latin typeface="Montserrat ExtraBold"/>
              <a:ea typeface="Montserrat ExtraBold"/>
              <a:cs typeface="Montserrat ExtraBold"/>
              <a:sym typeface="Montserrat ExtraBold"/>
            </a:endParaRPr>
          </a:p>
          <a:p>
            <a:pPr indent="0" lvl="0" marL="0" rtl="0" algn="l">
              <a:spcBef>
                <a:spcPts val="1000"/>
              </a:spcBef>
              <a:spcAft>
                <a:spcPts val="0"/>
              </a:spcAft>
              <a:buNone/>
            </a:pPr>
            <a:r>
              <a:rPr lang="en" sz="2900">
                <a:solidFill>
                  <a:srgbClr val="2F3033"/>
                </a:solidFill>
                <a:latin typeface="Montserrat ExtraBold"/>
                <a:ea typeface="Montserrat ExtraBold"/>
                <a:cs typeface="Montserrat ExtraBold"/>
                <a:sym typeface="Montserrat ExtraBold"/>
              </a:rPr>
              <a:t>Wow </a:t>
            </a:r>
            <a:r>
              <a:rPr lang="en" sz="2900">
                <a:solidFill>
                  <a:srgbClr val="009FD9"/>
                </a:solidFill>
                <a:latin typeface="Montserrat ExtraBold"/>
                <a:ea typeface="Montserrat ExtraBold"/>
                <a:cs typeface="Montserrat ExtraBold"/>
                <a:sym typeface="Montserrat ExtraBold"/>
              </a:rPr>
              <a:t>idea 3?!</a:t>
            </a:r>
            <a:endParaRPr sz="2900">
              <a:solidFill>
                <a:srgbClr val="009FD9"/>
              </a:solidFill>
              <a:latin typeface="Montserrat ExtraBold"/>
              <a:ea typeface="Montserrat ExtraBold"/>
              <a:cs typeface="Montserrat ExtraBold"/>
              <a:sym typeface="Montserrat ExtraBold"/>
            </a:endParaRPr>
          </a:p>
          <a:p>
            <a:pPr indent="0" lvl="0" marL="0" rtl="0" algn="l">
              <a:spcBef>
                <a:spcPts val="1000"/>
              </a:spcBef>
              <a:spcAft>
                <a:spcPts val="1000"/>
              </a:spcAft>
              <a:buNone/>
            </a:pPr>
            <a:r>
              <a:t/>
            </a:r>
            <a:endParaRPr sz="2900">
              <a:solidFill>
                <a:srgbClr val="2F3033"/>
              </a:solidFill>
              <a:latin typeface="Montserrat ExtraBold"/>
              <a:ea typeface="Montserrat ExtraBold"/>
              <a:cs typeface="Montserrat ExtraBold"/>
              <a:sym typeface="Montserrat ExtraBold"/>
            </a:endParaRPr>
          </a:p>
        </p:txBody>
      </p:sp>
      <p:sp>
        <p:nvSpPr>
          <p:cNvPr id="93" name="Google Shape;93;p14"/>
          <p:cNvSpPr txBox="1"/>
          <p:nvPr>
            <p:ph idx="2" type="body"/>
          </p:nvPr>
        </p:nvSpPr>
        <p:spPr>
          <a:xfrm>
            <a:off x="751750" y="1357700"/>
            <a:ext cx="3567000" cy="481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1000"/>
              </a:spcAft>
              <a:buNone/>
            </a:pPr>
            <a:r>
              <a:rPr lang="en">
                <a:solidFill>
                  <a:srgbClr val="2F3033"/>
                </a:solidFill>
                <a:latin typeface="Montserrat"/>
                <a:ea typeface="Montserrat"/>
                <a:cs typeface="Montserrat"/>
                <a:sym typeface="Montserrat"/>
              </a:rPr>
              <a:t>Another continuation of 3 ideas:</a:t>
            </a:r>
            <a:endParaRPr>
              <a:solidFill>
                <a:srgbClr val="2F3033"/>
              </a:solidFill>
              <a:latin typeface="Montserrat"/>
              <a:ea typeface="Montserrat"/>
              <a:cs typeface="Montserrat"/>
              <a:sym typeface="Montserra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5"/>
          <p:cNvSpPr txBox="1"/>
          <p:nvPr/>
        </p:nvSpPr>
        <p:spPr>
          <a:xfrm>
            <a:off x="601472" y="2191362"/>
            <a:ext cx="5372700" cy="1476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latin typeface="Montserrat Light"/>
                <a:ea typeface="Montserrat Light"/>
                <a:cs typeface="Montserrat Light"/>
                <a:sym typeface="Montserrat Light"/>
              </a:rPr>
              <a:t>Lorem ipsum dolor amet velit lomo skateboard celiac. Enim occaecat beard pabst, tumblr jianbing raw denim cray selvage. Tote bag distillery nostrud fashion axe. Tilde intelligentsia umami officia, laboris air plant cornhole tumeric VHS thundercats wolf normcore.</a:t>
            </a:r>
            <a:endParaRPr>
              <a:latin typeface="Montserrat Light"/>
              <a:ea typeface="Montserrat Light"/>
              <a:cs typeface="Montserrat Light"/>
              <a:sym typeface="Montserrat Light"/>
            </a:endParaRPr>
          </a:p>
        </p:txBody>
      </p:sp>
      <p:sp>
        <p:nvSpPr>
          <p:cNvPr id="99" name="Google Shape;99;p15"/>
          <p:cNvSpPr txBox="1"/>
          <p:nvPr/>
        </p:nvSpPr>
        <p:spPr>
          <a:xfrm>
            <a:off x="601475" y="1638697"/>
            <a:ext cx="4520400" cy="505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rgbClr val="000000"/>
              </a:buClr>
              <a:buSzPts val="1100"/>
              <a:buFont typeface="Arial"/>
              <a:buNone/>
            </a:pPr>
            <a:r>
              <a:rPr lang="en" sz="2500">
                <a:latin typeface="Montserrat ExtraBold"/>
                <a:ea typeface="Montserrat ExtraBold"/>
                <a:cs typeface="Montserrat ExtraBold"/>
                <a:sym typeface="Montserrat ExtraBold"/>
              </a:rPr>
              <a:t>Content page</a:t>
            </a:r>
            <a:endParaRPr sz="2500">
              <a:latin typeface="Montserrat Light"/>
              <a:ea typeface="Montserrat Light"/>
              <a:cs typeface="Montserrat Light"/>
              <a:sym typeface="Montserrat Light"/>
            </a:endParaRPr>
          </a:p>
        </p:txBody>
      </p:sp>
      <p:sp>
        <p:nvSpPr>
          <p:cNvPr id="100" name="Google Shape;100;p15"/>
          <p:cNvSpPr txBox="1"/>
          <p:nvPr/>
        </p:nvSpPr>
        <p:spPr>
          <a:xfrm>
            <a:off x="601466" y="1490731"/>
            <a:ext cx="2357700" cy="302400"/>
          </a:xfrm>
          <a:prstGeom prst="rect">
            <a:avLst/>
          </a:prstGeom>
          <a:noFill/>
          <a:ln>
            <a:noFill/>
          </a:ln>
        </p:spPr>
        <p:txBody>
          <a:bodyPr anchorCtr="0" anchor="t" bIns="91425" lIns="91425" spcFirstLastPara="1" rIns="91425" wrap="square" tIns="91425">
            <a:noAutofit/>
          </a:bodyPr>
          <a:lstStyle/>
          <a:p>
            <a:pPr indent="0" lvl="0" marL="0" rtl="0" algn="l">
              <a:lnSpc>
                <a:spcPct val="125000"/>
              </a:lnSpc>
              <a:spcBef>
                <a:spcPts val="0"/>
              </a:spcBef>
              <a:spcAft>
                <a:spcPts val="0"/>
              </a:spcAft>
              <a:buClr>
                <a:srgbClr val="000000"/>
              </a:buClr>
              <a:buSzPts val="1100"/>
              <a:buFont typeface="Arial"/>
              <a:buNone/>
            </a:pPr>
            <a:r>
              <a:rPr lang="en" sz="800">
                <a:solidFill>
                  <a:srgbClr val="009FD9"/>
                </a:solidFill>
                <a:latin typeface="Montserrat ExtraBold"/>
                <a:ea typeface="Montserrat ExtraBold"/>
                <a:cs typeface="Montserrat ExtraBold"/>
                <a:sym typeface="Montserrat ExtraBold"/>
              </a:rPr>
              <a:t>EYEBROW TEXT (ALWAYS CAPS)</a:t>
            </a:r>
            <a:endParaRPr sz="800">
              <a:solidFill>
                <a:srgbClr val="009FD9"/>
              </a:solidFill>
              <a:latin typeface="Montserrat ExtraBold"/>
              <a:ea typeface="Montserrat ExtraBold"/>
              <a:cs typeface="Montserrat ExtraBold"/>
              <a:sym typeface="Montserrat ExtraBo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6"/>
          <p:cNvSpPr txBox="1"/>
          <p:nvPr/>
        </p:nvSpPr>
        <p:spPr>
          <a:xfrm>
            <a:off x="601473" y="1510091"/>
            <a:ext cx="2562900" cy="45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latin typeface="Montserrat ExtraBold"/>
                <a:ea typeface="Montserrat ExtraBold"/>
                <a:cs typeface="Montserrat ExtraBold"/>
                <a:sym typeface="Montserrat ExtraBold"/>
              </a:rPr>
              <a:t>Content page </a:t>
            </a:r>
            <a:endParaRPr>
              <a:solidFill>
                <a:schemeClr val="dk1"/>
              </a:solidFill>
              <a:latin typeface="Montserrat ExtraBold"/>
              <a:ea typeface="Montserrat ExtraBold"/>
              <a:cs typeface="Montserrat ExtraBold"/>
              <a:sym typeface="Montserrat ExtraBold"/>
            </a:endParaRPr>
          </a:p>
          <a:p>
            <a:pPr indent="0" lvl="0" marL="0" rtl="0" algn="l">
              <a:lnSpc>
                <a:spcPct val="115000"/>
              </a:lnSpc>
              <a:spcBef>
                <a:spcPts val="0"/>
              </a:spcBef>
              <a:spcAft>
                <a:spcPts val="0"/>
              </a:spcAft>
              <a:buNone/>
            </a:pPr>
            <a:r>
              <a:t/>
            </a:r>
            <a:endParaRPr sz="1200">
              <a:latin typeface="Montserrat ExtraBold"/>
              <a:ea typeface="Montserrat ExtraBold"/>
              <a:cs typeface="Montserrat ExtraBold"/>
              <a:sym typeface="Montserrat ExtraBold"/>
            </a:endParaRPr>
          </a:p>
          <a:p>
            <a:pPr indent="0" lvl="0" marL="0" rtl="0" algn="l">
              <a:lnSpc>
                <a:spcPct val="115000"/>
              </a:lnSpc>
              <a:spcBef>
                <a:spcPts val="0"/>
              </a:spcBef>
              <a:spcAft>
                <a:spcPts val="0"/>
              </a:spcAft>
              <a:buNone/>
            </a:pPr>
            <a:r>
              <a:t/>
            </a:r>
            <a:endParaRPr sz="2400">
              <a:latin typeface="Montserrat ExtraBold"/>
              <a:ea typeface="Montserrat ExtraBold"/>
              <a:cs typeface="Montserrat ExtraBold"/>
              <a:sym typeface="Montserrat ExtraBold"/>
            </a:endParaRPr>
          </a:p>
          <a:p>
            <a:pPr indent="0" lvl="0" marL="0" rtl="0" algn="l">
              <a:lnSpc>
                <a:spcPct val="115000"/>
              </a:lnSpc>
              <a:spcBef>
                <a:spcPts val="0"/>
              </a:spcBef>
              <a:spcAft>
                <a:spcPts val="0"/>
              </a:spcAft>
              <a:buNone/>
            </a:pPr>
            <a:r>
              <a:t/>
            </a:r>
            <a:endParaRPr i="1" sz="2400">
              <a:latin typeface="Montserrat ExtraBold"/>
              <a:ea typeface="Montserrat ExtraBold"/>
              <a:cs typeface="Montserrat ExtraBold"/>
              <a:sym typeface="Montserrat ExtraBold"/>
            </a:endParaRPr>
          </a:p>
        </p:txBody>
      </p:sp>
      <p:sp>
        <p:nvSpPr>
          <p:cNvPr id="106" name="Google Shape;106;p16"/>
          <p:cNvSpPr txBox="1"/>
          <p:nvPr/>
        </p:nvSpPr>
        <p:spPr>
          <a:xfrm>
            <a:off x="601475" y="1860000"/>
            <a:ext cx="6849000" cy="1793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rgbClr val="000000"/>
              </a:buClr>
              <a:buSzPts val="1100"/>
              <a:buFont typeface="Arial"/>
              <a:buNone/>
            </a:pPr>
            <a:r>
              <a:rPr lang="en" sz="1800">
                <a:latin typeface="Montserrat Light"/>
                <a:ea typeface="Montserrat Light"/>
                <a:cs typeface="Montserrat Light"/>
                <a:sym typeface="Montserrat Light"/>
              </a:rPr>
              <a:t>Lorem ipsum dolor amet velit lomo skateboard celiac. Enim occaecat beard pabst, tumblr jianbing raw denim cray selvage. Tote bag distillery nostrud fashion axe. Tilde intelligentsia umami officia, laboris air plant cornhole tumeric VHS thundercats wolf normcore.</a:t>
            </a:r>
            <a:endParaRPr i="1" sz="1800">
              <a:latin typeface="Montserrat Light"/>
              <a:ea typeface="Montserrat Light"/>
              <a:cs typeface="Montserrat Light"/>
              <a:sym typeface="Montserrat Light"/>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7"/>
          <p:cNvSpPr txBox="1"/>
          <p:nvPr/>
        </p:nvSpPr>
        <p:spPr>
          <a:xfrm>
            <a:off x="563200" y="1834050"/>
            <a:ext cx="3327300" cy="161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Montserrat ExtraBold"/>
                <a:ea typeface="Montserrat ExtraBold"/>
                <a:cs typeface="Montserrat ExtraBold"/>
                <a:sym typeface="Montserrat ExtraBold"/>
              </a:rPr>
              <a:t>Content page</a:t>
            </a:r>
            <a:endParaRPr>
              <a:latin typeface="Montserrat ExtraBold"/>
              <a:ea typeface="Montserrat ExtraBold"/>
              <a:cs typeface="Montserrat ExtraBold"/>
              <a:sym typeface="Montserrat ExtraBold"/>
            </a:endParaRPr>
          </a:p>
          <a:p>
            <a:pPr indent="0" lvl="0" marL="0" rtl="0" algn="l">
              <a:lnSpc>
                <a:spcPct val="100000"/>
              </a:lnSpc>
              <a:spcBef>
                <a:spcPts val="0"/>
              </a:spcBef>
              <a:spcAft>
                <a:spcPts val="0"/>
              </a:spcAft>
              <a:buNone/>
            </a:pPr>
            <a:r>
              <a:t/>
            </a:r>
            <a:endParaRPr b="1" sz="1000">
              <a:latin typeface="Montserrat"/>
              <a:ea typeface="Montserrat"/>
              <a:cs typeface="Montserrat"/>
              <a:sym typeface="Montserrat"/>
            </a:endParaRPr>
          </a:p>
          <a:p>
            <a:pPr indent="0" lvl="0" marL="0" rtl="0" algn="l">
              <a:lnSpc>
                <a:spcPct val="124000"/>
              </a:lnSpc>
              <a:spcBef>
                <a:spcPts val="0"/>
              </a:spcBef>
              <a:spcAft>
                <a:spcPts val="0"/>
              </a:spcAft>
              <a:buNone/>
            </a:pPr>
            <a:r>
              <a:rPr lang="en" sz="1000">
                <a:latin typeface="Montserrat Light"/>
                <a:ea typeface="Montserrat Light"/>
                <a:cs typeface="Montserrat Light"/>
                <a:sym typeface="Montserrat Light"/>
              </a:rPr>
              <a:t>Lorem ipsum dolor amet velit lomo skateboard celiac. Enim occaecat beard pabst, tumblr jianbing raw denim cray selvage. Tote bag distillery nostrud fashion. Intelligentsia umami.</a:t>
            </a:r>
            <a:endParaRPr sz="1000">
              <a:latin typeface="Montserrat Light"/>
              <a:ea typeface="Montserrat Light"/>
              <a:cs typeface="Montserrat Light"/>
              <a:sym typeface="Montserrat Light"/>
            </a:endParaRPr>
          </a:p>
          <a:p>
            <a:pPr indent="0" lvl="0" marL="0" rtl="0" algn="l">
              <a:lnSpc>
                <a:spcPct val="124000"/>
              </a:lnSpc>
              <a:spcBef>
                <a:spcPts val="0"/>
              </a:spcBef>
              <a:spcAft>
                <a:spcPts val="0"/>
              </a:spcAft>
              <a:buNone/>
            </a:pPr>
            <a:r>
              <a:t/>
            </a:r>
            <a:endParaRPr sz="1000">
              <a:latin typeface="Montserrat Light"/>
              <a:ea typeface="Montserrat Light"/>
              <a:cs typeface="Montserrat Light"/>
              <a:sym typeface="Montserrat Light"/>
            </a:endParaRPr>
          </a:p>
          <a:p>
            <a:pPr indent="0" lvl="0" marL="0" rtl="0" algn="l">
              <a:lnSpc>
                <a:spcPct val="124000"/>
              </a:lnSpc>
              <a:spcBef>
                <a:spcPts val="0"/>
              </a:spcBef>
              <a:spcAft>
                <a:spcPts val="0"/>
              </a:spcAft>
              <a:buNone/>
            </a:pPr>
            <a:r>
              <a:t/>
            </a:r>
            <a:endParaRPr sz="1000">
              <a:latin typeface="Montserrat Light"/>
              <a:ea typeface="Montserrat Light"/>
              <a:cs typeface="Montserrat Light"/>
              <a:sym typeface="Montserrat Light"/>
            </a:endParaRPr>
          </a:p>
        </p:txBody>
      </p:sp>
      <p:pic>
        <p:nvPicPr>
          <p:cNvPr id="112" name="Google Shape;112;p17"/>
          <p:cNvPicPr preferRelativeResize="0"/>
          <p:nvPr/>
        </p:nvPicPr>
        <p:blipFill rotWithShape="1">
          <a:blip r:embed="rId3">
            <a:alphaModFix/>
          </a:blip>
          <a:srcRect b="0" l="0" r="0" t="0"/>
          <a:stretch/>
        </p:blipFill>
        <p:spPr>
          <a:xfrm>
            <a:off x="4346600" y="1261638"/>
            <a:ext cx="4139503" cy="2365825"/>
          </a:xfrm>
          <a:prstGeom prst="rect">
            <a:avLst/>
          </a:prstGeom>
          <a:noFill/>
          <a:ln>
            <a:noFill/>
          </a:ln>
          <a:effectLst>
            <a:outerShdw blurRad="57150" rotWithShape="0" algn="bl" dir="5400000" dist="9525">
              <a:srgbClr val="000000">
                <a:alpha val="16000"/>
              </a:srgbClr>
            </a:outerShdw>
          </a:effectLst>
        </p:spPr>
      </p:pic>
      <p:sp>
        <p:nvSpPr>
          <p:cNvPr id="113" name="Google Shape;113;p17"/>
          <p:cNvSpPr txBox="1"/>
          <p:nvPr/>
        </p:nvSpPr>
        <p:spPr>
          <a:xfrm>
            <a:off x="4250269" y="3612675"/>
            <a:ext cx="803700" cy="258600"/>
          </a:xfrm>
          <a:prstGeom prst="rect">
            <a:avLst/>
          </a:prstGeom>
          <a:noFill/>
          <a:ln>
            <a:noFill/>
          </a:ln>
        </p:spPr>
        <p:txBody>
          <a:bodyPr anchorCtr="0" anchor="t" bIns="91425" lIns="91425" spcFirstLastPara="1" rIns="91425" wrap="square" tIns="91425">
            <a:noAutofit/>
          </a:bodyPr>
          <a:lstStyle/>
          <a:p>
            <a:pPr indent="0" lvl="0" marL="0" rtl="0" algn="l">
              <a:lnSpc>
                <a:spcPct val="124000"/>
              </a:lnSpc>
              <a:spcBef>
                <a:spcPts val="0"/>
              </a:spcBef>
              <a:spcAft>
                <a:spcPts val="0"/>
              </a:spcAft>
              <a:buNone/>
            </a:pPr>
            <a:r>
              <a:rPr i="1" lang="en" sz="600">
                <a:latin typeface="Montserrat Light"/>
                <a:ea typeface="Montserrat Light"/>
                <a:cs typeface="Montserrat Light"/>
                <a:sym typeface="Montserrat Light"/>
              </a:rPr>
              <a:t>Caption</a:t>
            </a:r>
            <a:endParaRPr i="1" sz="600">
              <a:solidFill>
                <a:srgbClr val="000000"/>
              </a:solidFill>
              <a:latin typeface="Montserrat Light"/>
              <a:ea typeface="Montserrat Light"/>
              <a:cs typeface="Montserrat Light"/>
              <a:sym typeface="Montserrat Ligh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8"/>
          <p:cNvSpPr txBox="1"/>
          <p:nvPr/>
        </p:nvSpPr>
        <p:spPr>
          <a:xfrm>
            <a:off x="601475" y="1750350"/>
            <a:ext cx="3369600" cy="2533200"/>
          </a:xfrm>
          <a:prstGeom prst="rect">
            <a:avLst/>
          </a:prstGeom>
          <a:noFill/>
          <a:ln>
            <a:noFill/>
          </a:ln>
        </p:spPr>
        <p:txBody>
          <a:bodyPr anchorCtr="0" anchor="t" bIns="91425" lIns="91425" spcFirstLastPara="1" rIns="91425" wrap="square" tIns="91425">
            <a:noAutofit/>
          </a:bodyPr>
          <a:lstStyle/>
          <a:p>
            <a:pPr indent="0" lvl="0" marL="0" rtl="0" algn="l">
              <a:lnSpc>
                <a:spcPct val="125000"/>
              </a:lnSpc>
              <a:spcBef>
                <a:spcPts val="0"/>
              </a:spcBef>
              <a:spcAft>
                <a:spcPts val="0"/>
              </a:spcAft>
              <a:buNone/>
            </a:pPr>
            <a:r>
              <a:rPr lang="en" sz="1000">
                <a:latin typeface="Montserrat ExtraBold"/>
                <a:ea typeface="Montserrat ExtraBold"/>
                <a:cs typeface="Montserrat ExtraBold"/>
                <a:sym typeface="Montserrat ExtraBold"/>
              </a:rPr>
              <a:t>Thing 01</a:t>
            </a:r>
            <a:endParaRPr sz="1000">
              <a:latin typeface="Montserrat ExtraBold"/>
              <a:ea typeface="Montserrat ExtraBold"/>
              <a:cs typeface="Montserrat ExtraBold"/>
              <a:sym typeface="Montserrat ExtraBold"/>
            </a:endParaRPr>
          </a:p>
          <a:p>
            <a:pPr indent="0" lvl="0" marL="0" rtl="0" algn="l">
              <a:lnSpc>
                <a:spcPct val="124000"/>
              </a:lnSpc>
              <a:spcBef>
                <a:spcPts val="0"/>
              </a:spcBef>
              <a:spcAft>
                <a:spcPts val="0"/>
              </a:spcAft>
              <a:buClr>
                <a:schemeClr val="dk1"/>
              </a:buClr>
              <a:buSzPts val="1100"/>
              <a:buFont typeface="Arial"/>
              <a:buNone/>
            </a:pPr>
            <a:r>
              <a:rPr lang="en" sz="1000">
                <a:solidFill>
                  <a:schemeClr val="dk1"/>
                </a:solidFill>
                <a:latin typeface="Montserrat Light"/>
                <a:ea typeface="Montserrat Light"/>
                <a:cs typeface="Montserrat Light"/>
                <a:sym typeface="Montserrat Light"/>
              </a:rPr>
              <a:t>Roof party +1 forage, narwhal letterpress tote bag mollit irure minim green juice four dollar toast bitters. Lo-fi succulents bicycle rights raw denim gochujang ut culpa bushwick fingerstache.</a:t>
            </a:r>
            <a:endParaRPr sz="1000">
              <a:latin typeface="Montserrat Light"/>
              <a:ea typeface="Montserrat Light"/>
              <a:cs typeface="Montserrat Light"/>
              <a:sym typeface="Montserrat Light"/>
            </a:endParaRPr>
          </a:p>
          <a:p>
            <a:pPr indent="0" lvl="0" marL="0" rtl="0" algn="l">
              <a:lnSpc>
                <a:spcPct val="125000"/>
              </a:lnSpc>
              <a:spcBef>
                <a:spcPts val="0"/>
              </a:spcBef>
              <a:spcAft>
                <a:spcPts val="0"/>
              </a:spcAft>
              <a:buNone/>
            </a:pPr>
            <a:r>
              <a:t/>
            </a:r>
            <a:endParaRPr sz="1000">
              <a:latin typeface="Montserrat Light"/>
              <a:ea typeface="Montserrat Light"/>
              <a:cs typeface="Montserrat Light"/>
              <a:sym typeface="Montserrat Light"/>
            </a:endParaRPr>
          </a:p>
          <a:p>
            <a:pPr indent="0" lvl="0" marL="0" rtl="0" algn="l">
              <a:lnSpc>
                <a:spcPct val="125000"/>
              </a:lnSpc>
              <a:spcBef>
                <a:spcPts val="0"/>
              </a:spcBef>
              <a:spcAft>
                <a:spcPts val="0"/>
              </a:spcAft>
              <a:buNone/>
            </a:pPr>
            <a:r>
              <a:t/>
            </a:r>
            <a:endParaRPr sz="1000">
              <a:latin typeface="Montserrat Light"/>
              <a:ea typeface="Montserrat Light"/>
              <a:cs typeface="Montserrat Light"/>
              <a:sym typeface="Montserrat Light"/>
            </a:endParaRPr>
          </a:p>
          <a:p>
            <a:pPr indent="0" lvl="0" marL="0" rtl="0" algn="l">
              <a:lnSpc>
                <a:spcPct val="125000"/>
              </a:lnSpc>
              <a:spcBef>
                <a:spcPts val="0"/>
              </a:spcBef>
              <a:spcAft>
                <a:spcPts val="0"/>
              </a:spcAft>
              <a:buNone/>
            </a:pPr>
            <a:r>
              <a:rPr lang="en" sz="1000">
                <a:solidFill>
                  <a:schemeClr val="dk1"/>
                </a:solidFill>
                <a:latin typeface="Montserrat ExtraBold"/>
                <a:ea typeface="Montserrat ExtraBold"/>
                <a:cs typeface="Montserrat ExtraBold"/>
                <a:sym typeface="Montserrat ExtraBold"/>
              </a:rPr>
              <a:t>Thing 02</a:t>
            </a:r>
            <a:endParaRPr b="1" sz="1000">
              <a:latin typeface="Montserrat"/>
              <a:ea typeface="Montserrat"/>
              <a:cs typeface="Montserrat"/>
              <a:sym typeface="Montserrat"/>
            </a:endParaRPr>
          </a:p>
          <a:p>
            <a:pPr indent="0" lvl="0" marL="0" rtl="0" algn="l">
              <a:lnSpc>
                <a:spcPct val="124000"/>
              </a:lnSpc>
              <a:spcBef>
                <a:spcPts val="0"/>
              </a:spcBef>
              <a:spcAft>
                <a:spcPts val="0"/>
              </a:spcAft>
              <a:buClr>
                <a:schemeClr val="dk1"/>
              </a:buClr>
              <a:buSzPts val="1100"/>
              <a:buFont typeface="Arial"/>
              <a:buNone/>
            </a:pPr>
            <a:r>
              <a:rPr lang="en" sz="1000">
                <a:solidFill>
                  <a:schemeClr val="dk1"/>
                </a:solidFill>
                <a:latin typeface="Montserrat Light"/>
                <a:ea typeface="Montserrat Light"/>
                <a:cs typeface="Montserrat Light"/>
                <a:sym typeface="Montserrat Light"/>
              </a:rPr>
              <a:t>Roof party +1 forage, narwhal letterpress tote bag mollit irure minim green juice four dollar toast bitters. Lo-fi succulents bicycle rights raw denim gochujang ut culpa bushwick fingerstache.</a:t>
            </a:r>
            <a:endParaRPr sz="1000">
              <a:latin typeface="Montserrat Light"/>
              <a:ea typeface="Montserrat Light"/>
              <a:cs typeface="Montserrat Light"/>
              <a:sym typeface="Montserrat Light"/>
            </a:endParaRPr>
          </a:p>
        </p:txBody>
      </p:sp>
      <p:sp>
        <p:nvSpPr>
          <p:cNvPr id="119" name="Google Shape;119;p18"/>
          <p:cNvSpPr txBox="1"/>
          <p:nvPr/>
        </p:nvSpPr>
        <p:spPr>
          <a:xfrm>
            <a:off x="4479650" y="1750350"/>
            <a:ext cx="3311700" cy="2533200"/>
          </a:xfrm>
          <a:prstGeom prst="rect">
            <a:avLst/>
          </a:prstGeom>
          <a:noFill/>
          <a:ln>
            <a:noFill/>
          </a:ln>
        </p:spPr>
        <p:txBody>
          <a:bodyPr anchorCtr="0" anchor="t" bIns="91425" lIns="91425" spcFirstLastPara="1" rIns="91425" wrap="square" tIns="91425">
            <a:noAutofit/>
          </a:bodyPr>
          <a:lstStyle/>
          <a:p>
            <a:pPr indent="0" lvl="0" marL="0" rtl="0" algn="l">
              <a:lnSpc>
                <a:spcPct val="125000"/>
              </a:lnSpc>
              <a:spcBef>
                <a:spcPts val="0"/>
              </a:spcBef>
              <a:spcAft>
                <a:spcPts val="0"/>
              </a:spcAft>
              <a:buNone/>
            </a:pPr>
            <a:r>
              <a:rPr lang="en" sz="1000">
                <a:solidFill>
                  <a:schemeClr val="dk1"/>
                </a:solidFill>
                <a:latin typeface="Montserrat ExtraBold"/>
                <a:ea typeface="Montserrat ExtraBold"/>
                <a:cs typeface="Montserrat ExtraBold"/>
                <a:sym typeface="Montserrat ExtraBold"/>
              </a:rPr>
              <a:t>Thing 03</a:t>
            </a:r>
            <a:endParaRPr b="1" sz="1000">
              <a:latin typeface="Montserrat"/>
              <a:ea typeface="Montserrat"/>
              <a:cs typeface="Montserrat"/>
              <a:sym typeface="Montserrat"/>
            </a:endParaRPr>
          </a:p>
          <a:p>
            <a:pPr indent="0" lvl="0" marL="0" rtl="0" algn="l">
              <a:lnSpc>
                <a:spcPct val="124000"/>
              </a:lnSpc>
              <a:spcBef>
                <a:spcPts val="0"/>
              </a:spcBef>
              <a:spcAft>
                <a:spcPts val="0"/>
              </a:spcAft>
              <a:buClr>
                <a:schemeClr val="dk1"/>
              </a:buClr>
              <a:buSzPts val="1100"/>
              <a:buFont typeface="Arial"/>
              <a:buNone/>
            </a:pPr>
            <a:r>
              <a:rPr lang="en" sz="1000">
                <a:solidFill>
                  <a:schemeClr val="dk1"/>
                </a:solidFill>
                <a:latin typeface="Montserrat Light"/>
                <a:ea typeface="Montserrat Light"/>
                <a:cs typeface="Montserrat Light"/>
                <a:sym typeface="Montserrat Light"/>
              </a:rPr>
              <a:t>Roof party +1 forage, narwhal letterpress tote bag mollit irure minim green juice four dollar toast bitters. Lo-fi succulents bicycle rights raw denim gochujang ut culpa bushwick fingerstache.</a:t>
            </a:r>
            <a:endParaRPr b="1" sz="1000">
              <a:solidFill>
                <a:srgbClr val="000000"/>
              </a:solidFill>
              <a:latin typeface="Montserrat"/>
              <a:ea typeface="Montserrat"/>
              <a:cs typeface="Montserrat"/>
              <a:sym typeface="Montserrat"/>
            </a:endParaRPr>
          </a:p>
          <a:p>
            <a:pPr indent="0" lvl="0" marL="0" rtl="0" algn="l">
              <a:lnSpc>
                <a:spcPct val="125000"/>
              </a:lnSpc>
              <a:spcBef>
                <a:spcPts val="0"/>
              </a:spcBef>
              <a:spcAft>
                <a:spcPts val="0"/>
              </a:spcAft>
              <a:buNone/>
            </a:pPr>
            <a:r>
              <a:t/>
            </a:r>
            <a:endParaRPr b="1" sz="1000">
              <a:solidFill>
                <a:srgbClr val="000000"/>
              </a:solidFill>
              <a:latin typeface="Montserrat"/>
              <a:ea typeface="Montserrat"/>
              <a:cs typeface="Montserrat"/>
              <a:sym typeface="Montserrat"/>
            </a:endParaRPr>
          </a:p>
          <a:p>
            <a:pPr indent="0" lvl="0" marL="0" rtl="0" algn="l">
              <a:lnSpc>
                <a:spcPct val="125000"/>
              </a:lnSpc>
              <a:spcBef>
                <a:spcPts val="0"/>
              </a:spcBef>
              <a:spcAft>
                <a:spcPts val="0"/>
              </a:spcAft>
              <a:buNone/>
            </a:pPr>
            <a:r>
              <a:t/>
            </a:r>
            <a:endParaRPr b="1" sz="1000">
              <a:latin typeface="Montserrat"/>
              <a:ea typeface="Montserrat"/>
              <a:cs typeface="Montserrat"/>
              <a:sym typeface="Montserrat"/>
            </a:endParaRPr>
          </a:p>
          <a:p>
            <a:pPr indent="0" lvl="0" marL="0" rtl="0" algn="l">
              <a:lnSpc>
                <a:spcPct val="125000"/>
              </a:lnSpc>
              <a:spcBef>
                <a:spcPts val="0"/>
              </a:spcBef>
              <a:spcAft>
                <a:spcPts val="0"/>
              </a:spcAft>
              <a:buNone/>
            </a:pPr>
            <a:r>
              <a:rPr lang="en" sz="1000">
                <a:solidFill>
                  <a:schemeClr val="dk1"/>
                </a:solidFill>
                <a:latin typeface="Montserrat ExtraBold"/>
                <a:ea typeface="Montserrat ExtraBold"/>
                <a:cs typeface="Montserrat ExtraBold"/>
                <a:sym typeface="Montserrat ExtraBold"/>
              </a:rPr>
              <a:t>Thing 04</a:t>
            </a:r>
            <a:endParaRPr b="1" sz="1000">
              <a:latin typeface="Montserrat"/>
              <a:ea typeface="Montserrat"/>
              <a:cs typeface="Montserrat"/>
              <a:sym typeface="Montserrat"/>
            </a:endParaRPr>
          </a:p>
          <a:p>
            <a:pPr indent="0" lvl="0" marL="0" rtl="0" algn="l">
              <a:lnSpc>
                <a:spcPct val="124000"/>
              </a:lnSpc>
              <a:spcBef>
                <a:spcPts val="0"/>
              </a:spcBef>
              <a:spcAft>
                <a:spcPts val="0"/>
              </a:spcAft>
              <a:buClr>
                <a:schemeClr val="dk1"/>
              </a:buClr>
              <a:buSzPts val="1100"/>
              <a:buFont typeface="Arial"/>
              <a:buNone/>
            </a:pPr>
            <a:r>
              <a:rPr lang="en" sz="1000">
                <a:solidFill>
                  <a:schemeClr val="dk1"/>
                </a:solidFill>
                <a:latin typeface="Montserrat Light"/>
                <a:ea typeface="Montserrat Light"/>
                <a:cs typeface="Montserrat Light"/>
                <a:sym typeface="Montserrat Light"/>
              </a:rPr>
              <a:t>Roof party +1 forage, narwhal letterpress tote bag mollit irure minim green juice four dollar toast bitters. Lo-fi succulents bicycle rights raw denim gochujang ut culpa bushwick fingerstache.</a:t>
            </a:r>
            <a:endParaRPr sz="1000">
              <a:solidFill>
                <a:srgbClr val="000000"/>
              </a:solidFill>
              <a:latin typeface="Montserrat Light"/>
              <a:ea typeface="Montserrat Light"/>
              <a:cs typeface="Montserrat Light"/>
              <a:sym typeface="Montserrat Light"/>
            </a:endParaRPr>
          </a:p>
        </p:txBody>
      </p:sp>
      <p:sp>
        <p:nvSpPr>
          <p:cNvPr id="120" name="Google Shape;120;p18"/>
          <p:cNvSpPr txBox="1"/>
          <p:nvPr/>
        </p:nvSpPr>
        <p:spPr>
          <a:xfrm>
            <a:off x="601475" y="983800"/>
            <a:ext cx="4939200" cy="505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rgbClr val="000000"/>
              </a:buClr>
              <a:buSzPts val="1100"/>
              <a:buFont typeface="Arial"/>
              <a:buNone/>
            </a:pPr>
            <a:r>
              <a:rPr lang="en" sz="2400">
                <a:latin typeface="Montserrat ExtraBold"/>
                <a:ea typeface="Montserrat ExtraBold"/>
                <a:cs typeface="Montserrat ExtraBold"/>
                <a:sym typeface="Montserrat ExtraBold"/>
              </a:rPr>
              <a:t>Content page 4</a:t>
            </a:r>
            <a:endParaRPr sz="2400">
              <a:latin typeface="Montserrat ExtraBold"/>
              <a:ea typeface="Montserrat ExtraBold"/>
              <a:cs typeface="Montserrat ExtraBold"/>
              <a:sym typeface="Montserrat ExtraBo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4" name="Shape 124"/>
        <p:cNvGrpSpPr/>
        <p:nvPr/>
      </p:nvGrpSpPr>
      <p:grpSpPr>
        <a:xfrm>
          <a:off x="0" y="0"/>
          <a:ext cx="0" cy="0"/>
          <a:chOff x="0" y="0"/>
          <a:chExt cx="0" cy="0"/>
        </a:xfrm>
      </p:grpSpPr>
      <p:sp>
        <p:nvSpPr>
          <p:cNvPr id="125" name="Google Shape;125;p19"/>
          <p:cNvSpPr txBox="1"/>
          <p:nvPr/>
        </p:nvSpPr>
        <p:spPr>
          <a:xfrm>
            <a:off x="751750" y="1679000"/>
            <a:ext cx="6198000" cy="1766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rgbClr val="000000"/>
              </a:buClr>
              <a:buSzPts val="1100"/>
              <a:buFont typeface="Arial"/>
              <a:buNone/>
            </a:pPr>
            <a:r>
              <a:rPr lang="en" sz="5400">
                <a:solidFill>
                  <a:srgbClr val="FFFFFF"/>
                </a:solidFill>
                <a:latin typeface="Montserrat ExtraBold"/>
                <a:ea typeface="Montserrat ExtraBold"/>
                <a:cs typeface="Montserrat ExtraBold"/>
                <a:sym typeface="Montserrat ExtraBold"/>
              </a:rPr>
              <a:t>Big emphasis </a:t>
            </a:r>
            <a:endParaRPr sz="5400">
              <a:solidFill>
                <a:srgbClr val="FFFFFF"/>
              </a:solidFill>
              <a:latin typeface="Montserrat ExtraBold"/>
              <a:ea typeface="Montserrat ExtraBold"/>
              <a:cs typeface="Montserrat ExtraBold"/>
              <a:sym typeface="Montserrat ExtraBold"/>
            </a:endParaRPr>
          </a:p>
          <a:p>
            <a:pPr indent="0" lvl="0" marL="0" rtl="0" algn="l">
              <a:lnSpc>
                <a:spcPct val="100000"/>
              </a:lnSpc>
              <a:spcBef>
                <a:spcPts val="0"/>
              </a:spcBef>
              <a:spcAft>
                <a:spcPts val="0"/>
              </a:spcAft>
              <a:buClr>
                <a:srgbClr val="000000"/>
              </a:buClr>
              <a:buSzPts val="1100"/>
              <a:buFont typeface="Arial"/>
              <a:buNone/>
            </a:pPr>
            <a:r>
              <a:rPr lang="en" sz="5400">
                <a:solidFill>
                  <a:srgbClr val="FFFFFF"/>
                </a:solidFill>
                <a:latin typeface="Montserrat ExtraBold"/>
                <a:ea typeface="Montserrat ExtraBold"/>
                <a:cs typeface="Montserrat ExtraBold"/>
                <a:sym typeface="Montserrat ExtraBold"/>
              </a:rPr>
              <a:t>of an idea.</a:t>
            </a:r>
            <a:endParaRPr sz="5400">
              <a:solidFill>
                <a:srgbClr val="FFFFFF"/>
              </a:solidFill>
              <a:latin typeface="Montserrat ExtraBold"/>
              <a:ea typeface="Montserrat ExtraBold"/>
              <a:cs typeface="Montserrat ExtraBold"/>
              <a:sym typeface="Montserrat ExtraBo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0"/>
          <p:cNvSpPr txBox="1"/>
          <p:nvPr/>
        </p:nvSpPr>
        <p:spPr>
          <a:xfrm>
            <a:off x="677673" y="1518606"/>
            <a:ext cx="2562900" cy="452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latin typeface="Montserrat ExtraBold"/>
                <a:ea typeface="Montserrat ExtraBold"/>
                <a:cs typeface="Montserrat ExtraBold"/>
                <a:sym typeface="Montserrat ExtraBold"/>
              </a:rPr>
              <a:t>What’s Next</a:t>
            </a:r>
            <a:endParaRPr i="1" sz="2400">
              <a:latin typeface="Montserrat ExtraBold"/>
              <a:ea typeface="Montserrat ExtraBold"/>
              <a:cs typeface="Montserrat ExtraBold"/>
              <a:sym typeface="Montserrat ExtraBold"/>
            </a:endParaRPr>
          </a:p>
        </p:txBody>
      </p:sp>
      <p:sp>
        <p:nvSpPr>
          <p:cNvPr id="131" name="Google Shape;131;p20"/>
          <p:cNvSpPr txBox="1"/>
          <p:nvPr/>
        </p:nvSpPr>
        <p:spPr>
          <a:xfrm>
            <a:off x="677675" y="1860000"/>
            <a:ext cx="6849000" cy="2033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800">
                <a:latin typeface="Montserrat Light"/>
                <a:ea typeface="Montserrat Light"/>
                <a:cs typeface="Montserrat Light"/>
                <a:sym typeface="Montserrat Light"/>
              </a:rPr>
              <a:t>Interactive PDF</a:t>
            </a:r>
            <a:endParaRPr sz="1800">
              <a:latin typeface="Montserrat Light"/>
              <a:ea typeface="Montserrat Light"/>
              <a:cs typeface="Montserrat Light"/>
              <a:sym typeface="Montserrat Light"/>
            </a:endParaRPr>
          </a:p>
          <a:p>
            <a:pPr indent="0" lvl="0" marL="0" rtl="0" algn="l">
              <a:lnSpc>
                <a:spcPct val="115000"/>
              </a:lnSpc>
              <a:spcBef>
                <a:spcPts val="0"/>
              </a:spcBef>
              <a:spcAft>
                <a:spcPts val="0"/>
              </a:spcAft>
              <a:buNone/>
            </a:pPr>
            <a:r>
              <a:rPr lang="en" sz="1800">
                <a:latin typeface="Montserrat Light"/>
                <a:ea typeface="Montserrat Light"/>
                <a:cs typeface="Montserrat Light"/>
                <a:sym typeface="Montserrat Light"/>
              </a:rPr>
              <a:t>Segmentation brown bags</a:t>
            </a:r>
            <a:endParaRPr sz="1800">
              <a:latin typeface="Montserrat Light"/>
              <a:ea typeface="Montserrat Light"/>
              <a:cs typeface="Montserrat Light"/>
              <a:sym typeface="Montserrat Light"/>
            </a:endParaRPr>
          </a:p>
          <a:p>
            <a:pPr indent="0" lvl="0" marL="0" rtl="0" algn="l">
              <a:lnSpc>
                <a:spcPct val="115000"/>
              </a:lnSpc>
              <a:spcBef>
                <a:spcPts val="0"/>
              </a:spcBef>
              <a:spcAft>
                <a:spcPts val="0"/>
              </a:spcAft>
              <a:buNone/>
            </a:pPr>
            <a:r>
              <a:rPr lang="en" sz="1800">
                <a:latin typeface="Montserrat Light"/>
                <a:ea typeface="Montserrat Light"/>
                <a:cs typeface="Montserrat Light"/>
                <a:sym typeface="Montserrat Light"/>
              </a:rPr>
              <a:t>Survey</a:t>
            </a:r>
            <a:endParaRPr sz="1800">
              <a:latin typeface="Montserrat Light"/>
              <a:ea typeface="Montserrat Light"/>
              <a:cs typeface="Montserrat Light"/>
              <a:sym typeface="Montserrat Light"/>
            </a:endParaRPr>
          </a:p>
          <a:p>
            <a:pPr indent="0" lvl="0" marL="0" rtl="0" algn="l">
              <a:lnSpc>
                <a:spcPct val="115000"/>
              </a:lnSpc>
              <a:spcBef>
                <a:spcPts val="0"/>
              </a:spcBef>
              <a:spcAft>
                <a:spcPts val="0"/>
              </a:spcAft>
              <a:buNone/>
            </a:pPr>
            <a:r>
              <a:rPr lang="en" sz="1800">
                <a:latin typeface="Montserrat Light"/>
                <a:ea typeface="Montserrat Light"/>
                <a:cs typeface="Montserrat Light"/>
                <a:sym typeface="Montserrat Light"/>
              </a:rPr>
              <a:t>Site launch </a:t>
            </a:r>
            <a:endParaRPr sz="1800">
              <a:latin typeface="Montserrat Light"/>
              <a:ea typeface="Montserrat Light"/>
              <a:cs typeface="Montserrat Light"/>
              <a:sym typeface="Montserrat Light"/>
            </a:endParaRPr>
          </a:p>
          <a:p>
            <a:pPr indent="0" lvl="0" marL="0" rtl="0" algn="l">
              <a:lnSpc>
                <a:spcPct val="115000"/>
              </a:lnSpc>
              <a:spcBef>
                <a:spcPts val="0"/>
              </a:spcBef>
              <a:spcAft>
                <a:spcPts val="0"/>
              </a:spcAft>
              <a:buNone/>
            </a:pPr>
            <a:r>
              <a:t/>
            </a:r>
            <a:endParaRPr sz="1800">
              <a:latin typeface="Montserrat Light"/>
              <a:ea typeface="Montserrat Light"/>
              <a:cs typeface="Montserrat Light"/>
              <a:sym typeface="Montserrat Light"/>
            </a:endParaRPr>
          </a:p>
          <a:p>
            <a:pPr indent="0" lvl="0" marL="0" rtl="0" algn="l">
              <a:lnSpc>
                <a:spcPct val="115000"/>
              </a:lnSpc>
              <a:spcBef>
                <a:spcPts val="0"/>
              </a:spcBef>
              <a:spcAft>
                <a:spcPts val="0"/>
              </a:spcAft>
              <a:buNone/>
            </a:pPr>
            <a:r>
              <a:rPr lang="en" sz="1800">
                <a:latin typeface="Montserrat Light"/>
                <a:ea typeface="Montserrat Light"/>
                <a:cs typeface="Montserrat Light"/>
                <a:sym typeface="Montserrat Light"/>
              </a:rPr>
              <a:t>GO/BRAND</a:t>
            </a:r>
            <a:endParaRPr sz="1800">
              <a:latin typeface="Montserrat Light"/>
              <a:ea typeface="Montserrat Light"/>
              <a:cs typeface="Montserrat Light"/>
              <a:sym typeface="Montserrat Light"/>
            </a:endParaRPr>
          </a:p>
        </p:txBody>
      </p:sp>
      <p:sp>
        <p:nvSpPr>
          <p:cNvPr id="132" name="Google Shape;132;p20"/>
          <p:cNvSpPr/>
          <p:nvPr/>
        </p:nvSpPr>
        <p:spPr>
          <a:xfrm>
            <a:off x="169675" y="159075"/>
            <a:ext cx="8812800" cy="4804200"/>
          </a:xfrm>
          <a:prstGeom prst="rect">
            <a:avLst/>
          </a:prstGeom>
          <a:solidFill>
            <a:srgbClr val="009F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20"/>
          <p:cNvSpPr txBox="1"/>
          <p:nvPr/>
        </p:nvSpPr>
        <p:spPr>
          <a:xfrm>
            <a:off x="673350" y="1442400"/>
            <a:ext cx="7797300" cy="24348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rgbClr val="000000"/>
              </a:buClr>
              <a:buSzPts val="1100"/>
              <a:buFont typeface="Arial"/>
              <a:buNone/>
            </a:pPr>
            <a:r>
              <a:rPr lang="en" sz="7200">
                <a:solidFill>
                  <a:srgbClr val="FFFFFF"/>
                </a:solidFill>
                <a:latin typeface="Montserrat ExtraBold"/>
                <a:ea typeface="Montserrat ExtraBold"/>
                <a:cs typeface="Montserrat ExtraBold"/>
                <a:sym typeface="Montserrat ExtraBold"/>
              </a:rPr>
              <a:t>Bigger emphasis.</a:t>
            </a:r>
            <a:endParaRPr sz="1200">
              <a:solidFill>
                <a:srgbClr val="FFFFFF"/>
              </a:solidFill>
              <a:latin typeface="Montserrat ExtraBold"/>
              <a:ea typeface="Montserrat ExtraBold"/>
              <a:cs typeface="Montserrat ExtraBold"/>
              <a:sym typeface="Montserrat ExtraBo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1"/>
          <p:cNvSpPr txBox="1"/>
          <p:nvPr/>
        </p:nvSpPr>
        <p:spPr>
          <a:xfrm>
            <a:off x="677673" y="1518606"/>
            <a:ext cx="2562900" cy="452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latin typeface="Montserrat ExtraBold"/>
                <a:ea typeface="Montserrat ExtraBold"/>
                <a:cs typeface="Montserrat ExtraBold"/>
                <a:sym typeface="Montserrat ExtraBold"/>
              </a:rPr>
              <a:t>What’s Next</a:t>
            </a:r>
            <a:endParaRPr i="1" sz="2400">
              <a:latin typeface="Montserrat ExtraBold"/>
              <a:ea typeface="Montserrat ExtraBold"/>
              <a:cs typeface="Montserrat ExtraBold"/>
              <a:sym typeface="Montserrat ExtraBold"/>
            </a:endParaRPr>
          </a:p>
        </p:txBody>
      </p:sp>
      <p:sp>
        <p:nvSpPr>
          <p:cNvPr id="139" name="Google Shape;139;p21"/>
          <p:cNvSpPr txBox="1"/>
          <p:nvPr/>
        </p:nvSpPr>
        <p:spPr>
          <a:xfrm>
            <a:off x="677675" y="1860000"/>
            <a:ext cx="6849000" cy="2033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800">
                <a:latin typeface="Montserrat Light"/>
                <a:ea typeface="Montserrat Light"/>
                <a:cs typeface="Montserrat Light"/>
                <a:sym typeface="Montserrat Light"/>
              </a:rPr>
              <a:t>Interactive PDF</a:t>
            </a:r>
            <a:endParaRPr sz="1800">
              <a:latin typeface="Montserrat Light"/>
              <a:ea typeface="Montserrat Light"/>
              <a:cs typeface="Montserrat Light"/>
              <a:sym typeface="Montserrat Light"/>
            </a:endParaRPr>
          </a:p>
          <a:p>
            <a:pPr indent="0" lvl="0" marL="0" rtl="0" algn="l">
              <a:lnSpc>
                <a:spcPct val="115000"/>
              </a:lnSpc>
              <a:spcBef>
                <a:spcPts val="0"/>
              </a:spcBef>
              <a:spcAft>
                <a:spcPts val="0"/>
              </a:spcAft>
              <a:buNone/>
            </a:pPr>
            <a:r>
              <a:rPr lang="en" sz="1800">
                <a:latin typeface="Montserrat Light"/>
                <a:ea typeface="Montserrat Light"/>
                <a:cs typeface="Montserrat Light"/>
                <a:sym typeface="Montserrat Light"/>
              </a:rPr>
              <a:t>Segmentation brown bags</a:t>
            </a:r>
            <a:endParaRPr sz="1800">
              <a:latin typeface="Montserrat Light"/>
              <a:ea typeface="Montserrat Light"/>
              <a:cs typeface="Montserrat Light"/>
              <a:sym typeface="Montserrat Light"/>
            </a:endParaRPr>
          </a:p>
          <a:p>
            <a:pPr indent="0" lvl="0" marL="0" rtl="0" algn="l">
              <a:lnSpc>
                <a:spcPct val="115000"/>
              </a:lnSpc>
              <a:spcBef>
                <a:spcPts val="0"/>
              </a:spcBef>
              <a:spcAft>
                <a:spcPts val="0"/>
              </a:spcAft>
              <a:buNone/>
            </a:pPr>
            <a:r>
              <a:rPr lang="en" sz="1800">
                <a:latin typeface="Montserrat Light"/>
                <a:ea typeface="Montserrat Light"/>
                <a:cs typeface="Montserrat Light"/>
                <a:sym typeface="Montserrat Light"/>
              </a:rPr>
              <a:t>Survey</a:t>
            </a:r>
            <a:endParaRPr sz="1800">
              <a:latin typeface="Montserrat Light"/>
              <a:ea typeface="Montserrat Light"/>
              <a:cs typeface="Montserrat Light"/>
              <a:sym typeface="Montserrat Light"/>
            </a:endParaRPr>
          </a:p>
          <a:p>
            <a:pPr indent="0" lvl="0" marL="0" rtl="0" algn="l">
              <a:lnSpc>
                <a:spcPct val="115000"/>
              </a:lnSpc>
              <a:spcBef>
                <a:spcPts val="0"/>
              </a:spcBef>
              <a:spcAft>
                <a:spcPts val="0"/>
              </a:spcAft>
              <a:buNone/>
            </a:pPr>
            <a:r>
              <a:rPr lang="en" sz="1800">
                <a:latin typeface="Montserrat Light"/>
                <a:ea typeface="Montserrat Light"/>
                <a:cs typeface="Montserrat Light"/>
                <a:sym typeface="Montserrat Light"/>
              </a:rPr>
              <a:t>Site launch </a:t>
            </a:r>
            <a:endParaRPr sz="1800">
              <a:latin typeface="Montserrat Light"/>
              <a:ea typeface="Montserrat Light"/>
              <a:cs typeface="Montserrat Light"/>
              <a:sym typeface="Montserrat Light"/>
            </a:endParaRPr>
          </a:p>
          <a:p>
            <a:pPr indent="0" lvl="0" marL="0" rtl="0" algn="l">
              <a:lnSpc>
                <a:spcPct val="115000"/>
              </a:lnSpc>
              <a:spcBef>
                <a:spcPts val="0"/>
              </a:spcBef>
              <a:spcAft>
                <a:spcPts val="0"/>
              </a:spcAft>
              <a:buNone/>
            </a:pPr>
            <a:r>
              <a:t/>
            </a:r>
            <a:endParaRPr sz="1800">
              <a:latin typeface="Montserrat Light"/>
              <a:ea typeface="Montserrat Light"/>
              <a:cs typeface="Montserrat Light"/>
              <a:sym typeface="Montserrat Light"/>
            </a:endParaRPr>
          </a:p>
          <a:p>
            <a:pPr indent="0" lvl="0" marL="0" rtl="0" algn="l">
              <a:lnSpc>
                <a:spcPct val="115000"/>
              </a:lnSpc>
              <a:spcBef>
                <a:spcPts val="0"/>
              </a:spcBef>
              <a:spcAft>
                <a:spcPts val="0"/>
              </a:spcAft>
              <a:buNone/>
            </a:pPr>
            <a:r>
              <a:rPr lang="en" sz="1800">
                <a:latin typeface="Montserrat Light"/>
                <a:ea typeface="Montserrat Light"/>
                <a:cs typeface="Montserrat Light"/>
                <a:sym typeface="Montserrat Light"/>
              </a:rPr>
              <a:t>GO/BRAND</a:t>
            </a:r>
            <a:endParaRPr sz="1800">
              <a:latin typeface="Montserrat Light"/>
              <a:ea typeface="Montserrat Light"/>
              <a:cs typeface="Montserrat Light"/>
              <a:sym typeface="Montserrat Light"/>
            </a:endParaRPr>
          </a:p>
        </p:txBody>
      </p:sp>
      <p:sp>
        <p:nvSpPr>
          <p:cNvPr id="140" name="Google Shape;140;p21"/>
          <p:cNvSpPr/>
          <p:nvPr/>
        </p:nvSpPr>
        <p:spPr>
          <a:xfrm>
            <a:off x="169675" y="159075"/>
            <a:ext cx="8812800" cy="4804200"/>
          </a:xfrm>
          <a:prstGeom prst="rect">
            <a:avLst/>
          </a:prstGeom>
          <a:solidFill>
            <a:srgbClr val="009F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21"/>
          <p:cNvSpPr txBox="1"/>
          <p:nvPr/>
        </p:nvSpPr>
        <p:spPr>
          <a:xfrm>
            <a:off x="677425" y="1746225"/>
            <a:ext cx="7797300" cy="16299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rgbClr val="000000"/>
              </a:buClr>
              <a:buSzPts val="1100"/>
              <a:buFont typeface="Arial"/>
              <a:buNone/>
            </a:pPr>
            <a:r>
              <a:rPr lang="en" sz="9600">
                <a:solidFill>
                  <a:srgbClr val="FFFFFF"/>
                </a:solidFill>
                <a:latin typeface="Montserrat ExtraBold"/>
                <a:ea typeface="Montserrat ExtraBold"/>
                <a:cs typeface="Montserrat ExtraBold"/>
                <a:sym typeface="Montserrat ExtraBold"/>
              </a:rPr>
              <a:t>Biggest.</a:t>
            </a:r>
            <a:endParaRPr sz="3600">
              <a:solidFill>
                <a:srgbClr val="FFFFFF"/>
              </a:solidFill>
              <a:latin typeface="Montserrat ExtraBold"/>
              <a:ea typeface="Montserrat ExtraBold"/>
              <a:cs typeface="Montserrat ExtraBold"/>
              <a:sym typeface="Montserrat ExtraBo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2"/>
          <p:cNvSpPr/>
          <p:nvPr/>
        </p:nvSpPr>
        <p:spPr>
          <a:xfrm>
            <a:off x="169675" y="159075"/>
            <a:ext cx="4418400" cy="4804200"/>
          </a:xfrm>
          <a:prstGeom prst="rect">
            <a:avLst/>
          </a:prstGeom>
          <a:solidFill>
            <a:srgbClr val="F7B9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22"/>
          <p:cNvSpPr txBox="1"/>
          <p:nvPr/>
        </p:nvSpPr>
        <p:spPr>
          <a:xfrm>
            <a:off x="520075" y="1496175"/>
            <a:ext cx="2657400" cy="880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rgbClr val="000000"/>
              </a:buClr>
              <a:buSzPts val="1100"/>
              <a:buFont typeface="Arial"/>
              <a:buNone/>
            </a:pPr>
            <a:r>
              <a:rPr lang="en" sz="5000">
                <a:solidFill>
                  <a:srgbClr val="FFFFFF"/>
                </a:solidFill>
                <a:latin typeface="Montserrat ExtraBold"/>
                <a:ea typeface="Montserrat ExtraBold"/>
                <a:cs typeface="Montserrat ExtraBold"/>
                <a:sym typeface="Montserrat ExtraBold"/>
              </a:rPr>
              <a:t>Split?</a:t>
            </a:r>
            <a:endParaRPr sz="5000">
              <a:solidFill>
                <a:srgbClr val="FFFFFF"/>
              </a:solidFill>
              <a:latin typeface="Montserrat ExtraBold"/>
              <a:ea typeface="Montserrat ExtraBold"/>
              <a:cs typeface="Montserrat ExtraBold"/>
              <a:sym typeface="Montserrat ExtraBold"/>
            </a:endParaRPr>
          </a:p>
        </p:txBody>
      </p:sp>
      <p:sp>
        <p:nvSpPr>
          <p:cNvPr id="148" name="Google Shape;148;p22"/>
          <p:cNvSpPr txBox="1"/>
          <p:nvPr/>
        </p:nvSpPr>
        <p:spPr>
          <a:xfrm>
            <a:off x="520075" y="2344275"/>
            <a:ext cx="3443100" cy="111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100">
                <a:solidFill>
                  <a:srgbClr val="FFFFFF"/>
                </a:solidFill>
                <a:latin typeface="Montserrat"/>
                <a:ea typeface="Montserrat"/>
                <a:cs typeface="Montserrat"/>
                <a:sym typeface="Montserrat"/>
              </a:rPr>
              <a:t>Could the content use some color-blocking to organize the content?</a:t>
            </a:r>
            <a:endParaRPr sz="2100">
              <a:solidFill>
                <a:srgbClr val="FFFFFF"/>
              </a:solidFill>
              <a:latin typeface="Montserrat"/>
              <a:ea typeface="Montserrat"/>
              <a:cs typeface="Montserrat"/>
              <a:sym typeface="Montserrat"/>
            </a:endParaRPr>
          </a:p>
        </p:txBody>
      </p:sp>
      <p:pic>
        <p:nvPicPr>
          <p:cNvPr id="149" name="Google Shape;149;p22"/>
          <p:cNvPicPr preferRelativeResize="0"/>
          <p:nvPr/>
        </p:nvPicPr>
        <p:blipFill rotWithShape="1">
          <a:blip r:embed="rId3">
            <a:alphaModFix/>
          </a:blip>
          <a:srcRect b="0" l="3366" r="35655" t="0"/>
          <a:stretch/>
        </p:blipFill>
        <p:spPr>
          <a:xfrm>
            <a:off x="4576670" y="159075"/>
            <a:ext cx="4394400" cy="48042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3"/>
          <p:cNvSpPr/>
          <p:nvPr/>
        </p:nvSpPr>
        <p:spPr>
          <a:xfrm>
            <a:off x="169675" y="159075"/>
            <a:ext cx="4418400" cy="4804200"/>
          </a:xfrm>
          <a:prstGeom prst="rect">
            <a:avLst/>
          </a:prstGeom>
          <a:solidFill>
            <a:srgbClr val="F7B91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23"/>
          <p:cNvSpPr txBox="1"/>
          <p:nvPr/>
        </p:nvSpPr>
        <p:spPr>
          <a:xfrm>
            <a:off x="4932925" y="828275"/>
            <a:ext cx="3924600" cy="3507600"/>
          </a:xfrm>
          <a:prstGeom prst="rect">
            <a:avLst/>
          </a:prstGeom>
          <a:noFill/>
          <a:ln>
            <a:noFill/>
          </a:ln>
        </p:spPr>
        <p:txBody>
          <a:bodyPr anchorCtr="0" anchor="t" bIns="91425" lIns="91425" spcFirstLastPara="1" rIns="91425" wrap="square" tIns="91425">
            <a:noAutofit/>
          </a:bodyPr>
          <a:lstStyle/>
          <a:p>
            <a:pPr indent="0" lvl="0" marL="0" marR="190500" rtl="0" algn="l">
              <a:lnSpc>
                <a:spcPct val="150000"/>
              </a:lnSpc>
              <a:spcBef>
                <a:spcPts val="0"/>
              </a:spcBef>
              <a:spcAft>
                <a:spcPts val="0"/>
              </a:spcAft>
              <a:buNone/>
            </a:pPr>
            <a:r>
              <a:rPr lang="en" sz="1300">
                <a:solidFill>
                  <a:srgbClr val="2F3033"/>
                </a:solidFill>
                <a:latin typeface="Montserrat ExtraBold"/>
                <a:ea typeface="Montserrat ExtraBold"/>
                <a:cs typeface="Montserrat ExtraBold"/>
                <a:sym typeface="Montserrat ExtraBold"/>
              </a:rPr>
              <a:t>Why?</a:t>
            </a:r>
            <a:endParaRPr sz="1300">
              <a:solidFill>
                <a:srgbClr val="2F3033"/>
              </a:solidFill>
              <a:latin typeface="Montserrat ExtraBold"/>
              <a:ea typeface="Montserrat ExtraBold"/>
              <a:cs typeface="Montserrat ExtraBold"/>
              <a:sym typeface="Montserrat ExtraBold"/>
            </a:endParaRPr>
          </a:p>
          <a:p>
            <a:pPr indent="0" lvl="0" marL="0" rtl="0" algn="l">
              <a:lnSpc>
                <a:spcPct val="115000"/>
              </a:lnSpc>
              <a:spcBef>
                <a:spcPts val="0"/>
              </a:spcBef>
              <a:spcAft>
                <a:spcPts val="0"/>
              </a:spcAft>
              <a:buNone/>
            </a:pPr>
            <a:r>
              <a:rPr lang="en" sz="1100">
                <a:latin typeface="Montserrat"/>
                <a:ea typeface="Montserrat"/>
                <a:cs typeface="Montserrat"/>
                <a:sym typeface="Montserrat"/>
              </a:rPr>
              <a:t>Farm-to-table messenger bag swag pitchfork vinyl tacos. La croix next level selvage tacos kickstarter bicycle rights glossier unicorn godard skateboard. Man bun sustainable tousled, celiac aesthetic hammock butcher put a bird on it. </a:t>
            </a:r>
            <a:endParaRPr sz="1100">
              <a:latin typeface="Montserrat"/>
              <a:ea typeface="Montserrat"/>
              <a:cs typeface="Montserrat"/>
              <a:sym typeface="Montserrat"/>
            </a:endParaRPr>
          </a:p>
          <a:p>
            <a:pPr indent="0" lvl="0" marL="0" rtl="0" algn="l">
              <a:lnSpc>
                <a:spcPct val="115000"/>
              </a:lnSpc>
              <a:spcBef>
                <a:spcPts val="1000"/>
              </a:spcBef>
              <a:spcAft>
                <a:spcPts val="0"/>
              </a:spcAft>
              <a:buClr>
                <a:schemeClr val="dk1"/>
              </a:buClr>
              <a:buSzPts val="1100"/>
              <a:buFont typeface="Arial"/>
              <a:buNone/>
            </a:pPr>
            <a:r>
              <a:rPr lang="en" sz="1100">
                <a:latin typeface="Montserrat"/>
                <a:ea typeface="Montserrat"/>
                <a:cs typeface="Montserrat"/>
                <a:sym typeface="Montserrat"/>
              </a:rPr>
              <a:t>Iceland activated charcoal bushwick flexitarian four dollar toast, brunch direct trade knausgaard brooklyn air plant asymmetrical tilde dreamcatcher 90's humblebrag.</a:t>
            </a:r>
            <a:endParaRPr sz="1100">
              <a:latin typeface="Montserrat"/>
              <a:ea typeface="Montserrat"/>
              <a:cs typeface="Montserrat"/>
              <a:sym typeface="Montserrat"/>
            </a:endParaRPr>
          </a:p>
          <a:p>
            <a:pPr indent="0" lvl="0" marL="0" rtl="0" algn="l">
              <a:spcBef>
                <a:spcPts val="1000"/>
              </a:spcBef>
              <a:spcAft>
                <a:spcPts val="0"/>
              </a:spcAft>
              <a:buNone/>
            </a:pPr>
            <a:r>
              <a:t/>
            </a:r>
            <a:endParaRPr sz="1100">
              <a:latin typeface="Montserrat"/>
              <a:ea typeface="Montserrat"/>
              <a:cs typeface="Montserrat"/>
              <a:sym typeface="Montserrat"/>
            </a:endParaRPr>
          </a:p>
          <a:p>
            <a:pPr indent="0" lvl="0" marL="0" marR="190500" rtl="0" algn="l">
              <a:lnSpc>
                <a:spcPct val="150000"/>
              </a:lnSpc>
              <a:spcBef>
                <a:spcPts val="0"/>
              </a:spcBef>
              <a:spcAft>
                <a:spcPts val="0"/>
              </a:spcAft>
              <a:buClr>
                <a:schemeClr val="dk1"/>
              </a:buClr>
              <a:buSzPts val="1100"/>
              <a:buFont typeface="Arial"/>
              <a:buNone/>
            </a:pPr>
            <a:r>
              <a:rPr lang="en" sz="1300">
                <a:solidFill>
                  <a:srgbClr val="2F3033"/>
                </a:solidFill>
                <a:latin typeface="Montserrat ExtraBold"/>
                <a:ea typeface="Montserrat ExtraBold"/>
                <a:cs typeface="Montserrat ExtraBold"/>
                <a:sym typeface="Montserrat ExtraBold"/>
              </a:rPr>
              <a:t>Who?</a:t>
            </a:r>
            <a:endParaRPr sz="1100">
              <a:latin typeface="Montserrat"/>
              <a:ea typeface="Montserrat"/>
              <a:cs typeface="Montserrat"/>
              <a:sym typeface="Montserrat"/>
            </a:endParaRPr>
          </a:p>
          <a:p>
            <a:pPr indent="0" lvl="0" marL="0" rtl="0" algn="l">
              <a:lnSpc>
                <a:spcPct val="115000"/>
              </a:lnSpc>
              <a:spcBef>
                <a:spcPts val="0"/>
              </a:spcBef>
              <a:spcAft>
                <a:spcPts val="0"/>
              </a:spcAft>
              <a:buNone/>
            </a:pPr>
            <a:r>
              <a:rPr lang="en" sz="1100">
                <a:latin typeface="Montserrat"/>
                <a:ea typeface="Montserrat"/>
                <a:cs typeface="Montserrat"/>
                <a:sym typeface="Montserrat"/>
              </a:rPr>
              <a:t>Vape microdosing venmo YOLO. Portland literally copper mug raw denim shaman vaporware butcher vape distillery fam la croix lumbersexual. </a:t>
            </a:r>
            <a:endParaRPr b="1" sz="1100">
              <a:solidFill>
                <a:srgbClr val="2F3033"/>
              </a:solidFill>
              <a:latin typeface="Montserrat"/>
              <a:ea typeface="Montserrat"/>
              <a:cs typeface="Montserrat"/>
              <a:sym typeface="Montserrat"/>
            </a:endParaRPr>
          </a:p>
          <a:p>
            <a:pPr indent="0" lvl="0" marL="0" rtl="0" algn="l">
              <a:spcBef>
                <a:spcPts val="0"/>
              </a:spcBef>
              <a:spcAft>
                <a:spcPts val="0"/>
              </a:spcAft>
              <a:buNone/>
            </a:pPr>
            <a:r>
              <a:t/>
            </a:r>
            <a:endParaRPr sz="1100">
              <a:latin typeface="Montserrat"/>
              <a:ea typeface="Montserrat"/>
              <a:cs typeface="Montserrat"/>
              <a:sym typeface="Montserrat"/>
            </a:endParaRPr>
          </a:p>
        </p:txBody>
      </p:sp>
      <p:sp>
        <p:nvSpPr>
          <p:cNvPr id="156" name="Google Shape;156;p23"/>
          <p:cNvSpPr txBox="1"/>
          <p:nvPr/>
        </p:nvSpPr>
        <p:spPr>
          <a:xfrm>
            <a:off x="520075" y="1496175"/>
            <a:ext cx="2657400" cy="880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rgbClr val="000000"/>
              </a:buClr>
              <a:buSzPts val="1100"/>
              <a:buFont typeface="Arial"/>
              <a:buNone/>
            </a:pPr>
            <a:r>
              <a:rPr lang="en" sz="5000">
                <a:solidFill>
                  <a:srgbClr val="FFFFFF"/>
                </a:solidFill>
                <a:latin typeface="Montserrat ExtraBold"/>
                <a:ea typeface="Montserrat ExtraBold"/>
                <a:cs typeface="Montserrat ExtraBold"/>
                <a:sym typeface="Montserrat ExtraBold"/>
              </a:rPr>
              <a:t>Split?</a:t>
            </a:r>
            <a:endParaRPr sz="5000">
              <a:solidFill>
                <a:srgbClr val="FFFFFF"/>
              </a:solidFill>
              <a:latin typeface="Montserrat ExtraBold"/>
              <a:ea typeface="Montserrat ExtraBold"/>
              <a:cs typeface="Montserrat ExtraBold"/>
              <a:sym typeface="Montserrat ExtraBold"/>
            </a:endParaRPr>
          </a:p>
        </p:txBody>
      </p:sp>
      <p:sp>
        <p:nvSpPr>
          <p:cNvPr id="157" name="Google Shape;157;p23"/>
          <p:cNvSpPr txBox="1"/>
          <p:nvPr/>
        </p:nvSpPr>
        <p:spPr>
          <a:xfrm>
            <a:off x="520075" y="2344275"/>
            <a:ext cx="3443100" cy="111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100">
                <a:solidFill>
                  <a:srgbClr val="FFFFFF"/>
                </a:solidFill>
                <a:latin typeface="Montserrat"/>
                <a:ea typeface="Montserrat"/>
                <a:cs typeface="Montserrat"/>
                <a:sym typeface="Montserrat"/>
              </a:rPr>
              <a:t>Could the content use some color-blocking to organize the content?</a:t>
            </a:r>
            <a:endParaRPr sz="2100">
              <a:solidFill>
                <a:srgbClr val="FFFFFF"/>
              </a:solidFill>
              <a:latin typeface="Montserrat"/>
              <a:ea typeface="Montserrat"/>
              <a:cs typeface="Montserrat"/>
              <a:sym typeface="Montserrat"/>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graphicFrame>
        <p:nvGraphicFramePr>
          <p:cNvPr id="162" name="Google Shape;162;p24"/>
          <p:cNvGraphicFramePr/>
          <p:nvPr/>
        </p:nvGraphicFramePr>
        <p:xfrm>
          <a:off x="709075" y="1390188"/>
          <a:ext cx="3000000" cy="3000000"/>
        </p:xfrm>
        <a:graphic>
          <a:graphicData uri="http://schemas.openxmlformats.org/drawingml/2006/table">
            <a:tbl>
              <a:tblPr>
                <a:noFill/>
                <a:tableStyleId>{C051D723-59C4-41AB-B361-EF795CFC36BD}</a:tableStyleId>
              </a:tblPr>
              <a:tblGrid>
                <a:gridCol w="766300"/>
                <a:gridCol w="1475575"/>
                <a:gridCol w="1475575"/>
                <a:gridCol w="4160825"/>
              </a:tblGrid>
              <a:tr h="504850">
                <a:tc>
                  <a:txBody>
                    <a:bodyPr/>
                    <a:lstStyle/>
                    <a:p>
                      <a:pPr indent="0" lvl="0" marL="0" rtl="0" algn="ctr">
                        <a:spcBef>
                          <a:spcPts val="0"/>
                        </a:spcBef>
                        <a:spcAft>
                          <a:spcPts val="0"/>
                        </a:spcAft>
                        <a:buNone/>
                      </a:pPr>
                      <a:r>
                        <a:t/>
                      </a:r>
                      <a:endParaRPr b="1">
                        <a:solidFill>
                          <a:srgbClr val="FFFFFF"/>
                        </a:solidFill>
                        <a:latin typeface="Montserrat"/>
                        <a:ea typeface="Montserrat"/>
                        <a:cs typeface="Montserrat"/>
                        <a:sym typeface="Montserrat"/>
                      </a:endParaRPr>
                    </a:p>
                  </a:txBody>
                  <a:tcPr marT="91425" marB="91425" marR="91425" marL="91425" anchor="ctr">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rPr b="1" lang="en">
                          <a:solidFill>
                            <a:srgbClr val="FFFFFF"/>
                          </a:solidFill>
                          <a:latin typeface="Montserrat"/>
                          <a:ea typeface="Montserrat"/>
                          <a:cs typeface="Montserrat"/>
                          <a:sym typeface="Montserrat"/>
                        </a:rPr>
                        <a:t>  Before</a:t>
                      </a:r>
                      <a:endParaRPr b="1">
                        <a:solidFill>
                          <a:srgbClr val="FFFFFF"/>
                        </a:solidFill>
                        <a:latin typeface="Montserrat"/>
                        <a:ea typeface="Montserrat"/>
                        <a:cs typeface="Montserrat"/>
                        <a:sym typeface="Montserrat"/>
                      </a:endParaRPr>
                    </a:p>
                  </a:txBody>
                  <a:tcPr marT="91425" marB="91425" marR="91425" marL="91425" anchor="ctr">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rgbClr val="B7B7B7"/>
                    </a:solidFill>
                  </a:tcPr>
                </a:tc>
                <a:tc>
                  <a:txBody>
                    <a:bodyPr/>
                    <a:lstStyle/>
                    <a:p>
                      <a:pPr indent="0" lvl="0" marL="0" rtl="0" algn="ctr">
                        <a:spcBef>
                          <a:spcPts val="0"/>
                        </a:spcBef>
                        <a:spcAft>
                          <a:spcPts val="0"/>
                        </a:spcAft>
                        <a:buNone/>
                      </a:pPr>
                      <a:r>
                        <a:rPr b="1" lang="en">
                          <a:solidFill>
                            <a:srgbClr val="FFFFFF"/>
                          </a:solidFill>
                          <a:latin typeface="Montserrat"/>
                          <a:ea typeface="Montserrat"/>
                          <a:cs typeface="Montserrat"/>
                          <a:sym typeface="Montserrat"/>
                        </a:rPr>
                        <a:t>  Now</a:t>
                      </a:r>
                      <a:endParaRPr b="1">
                        <a:solidFill>
                          <a:srgbClr val="FFFFFF"/>
                        </a:solidFill>
                        <a:latin typeface="Montserrat"/>
                        <a:ea typeface="Montserrat"/>
                        <a:cs typeface="Montserrat"/>
                        <a:sym typeface="Montserrat"/>
                      </a:endParaRPr>
                    </a:p>
                  </a:txBody>
                  <a:tcPr marT="91425" marB="91425" marR="91425" marL="91425" anchor="ctr">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rgbClr val="009FD9"/>
                    </a:solidFill>
                  </a:tcPr>
                </a:tc>
                <a:tc>
                  <a:txBody>
                    <a:bodyPr/>
                    <a:lstStyle/>
                    <a:p>
                      <a:pPr indent="0" lvl="0" marL="0" rtl="0" algn="ctr">
                        <a:spcBef>
                          <a:spcPts val="0"/>
                        </a:spcBef>
                        <a:spcAft>
                          <a:spcPts val="0"/>
                        </a:spcAft>
                        <a:buNone/>
                      </a:pPr>
                      <a:r>
                        <a:rPr b="1" lang="en">
                          <a:latin typeface="Montserrat"/>
                          <a:ea typeface="Montserrat"/>
                          <a:cs typeface="Montserrat"/>
                          <a:sym typeface="Montserrat"/>
                        </a:rPr>
                        <a:t>  Why? </a:t>
                      </a:r>
                      <a:endParaRPr i="1" sz="800">
                        <a:solidFill>
                          <a:srgbClr val="0097CE"/>
                        </a:solidFill>
                        <a:latin typeface="Montserrat Medium"/>
                        <a:ea typeface="Montserrat Medium"/>
                        <a:cs typeface="Montserrat Medium"/>
                        <a:sym typeface="Montserrat Medium"/>
                      </a:endParaRPr>
                    </a:p>
                  </a:txBody>
                  <a:tcPr marT="91425" marB="91425" marR="91425" marL="91425" anchor="ctr">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rgbClr val="F3F3F3"/>
                    </a:solidFill>
                  </a:tcPr>
                </a:tc>
              </a:tr>
              <a:tr h="694800">
                <a:tc>
                  <a:txBody>
                    <a:bodyPr/>
                    <a:lstStyle/>
                    <a:p>
                      <a:pPr indent="0" lvl="0" marL="0" rtl="0" algn="ctr">
                        <a:spcBef>
                          <a:spcPts val="0"/>
                        </a:spcBef>
                        <a:spcAft>
                          <a:spcPts val="0"/>
                        </a:spcAft>
                        <a:buNone/>
                      </a:pPr>
                      <a:r>
                        <a:rPr lang="en" sz="1200">
                          <a:latin typeface="Montserrat"/>
                          <a:ea typeface="Montserrat"/>
                          <a:cs typeface="Montserrat"/>
                          <a:sym typeface="Montserrat"/>
                        </a:rPr>
                        <a:t>01</a:t>
                      </a:r>
                      <a:endParaRPr sz="1200">
                        <a:latin typeface="Montserrat"/>
                        <a:ea typeface="Montserrat"/>
                        <a:cs typeface="Montserrat"/>
                        <a:sym typeface="Montserrat"/>
                      </a:endParaRPr>
                    </a:p>
                  </a:txBody>
                  <a:tcPr marT="91425" marB="91425" marR="91425" marL="91425" anchor="ctr">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rgbClr val="FAFAFA"/>
                    </a:solidFill>
                  </a:tcPr>
                </a:tc>
                <a:tc>
                  <a:txBody>
                    <a:bodyPr/>
                    <a:lstStyle/>
                    <a:p>
                      <a:pPr indent="0" lvl="0" marL="0" rtl="0" algn="ctr">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ctr">
                        <a:spcBef>
                          <a:spcPts val="0"/>
                        </a:spcBef>
                        <a:spcAft>
                          <a:spcPts val="0"/>
                        </a:spcAft>
                        <a:buNone/>
                      </a:pPr>
                      <a:r>
                        <a:rPr lang="en" sz="1000">
                          <a:solidFill>
                            <a:schemeClr val="dk1"/>
                          </a:solidFill>
                          <a:latin typeface="Montserrat"/>
                          <a:ea typeface="Montserrat"/>
                          <a:cs typeface="Montserrat"/>
                          <a:sym typeface="Montserrat"/>
                        </a:rPr>
                        <a:t>Beep</a:t>
                      </a:r>
                      <a:endParaRPr sz="1000">
                        <a:solidFill>
                          <a:schemeClr val="dk1"/>
                        </a:solidFill>
                        <a:latin typeface="Montserrat"/>
                        <a:ea typeface="Montserrat"/>
                        <a:cs typeface="Montserrat"/>
                        <a:sym typeface="Montserrat"/>
                      </a:endParaRPr>
                    </a:p>
                    <a:p>
                      <a:pPr indent="0" lvl="0" marL="0" rtl="0" algn="ctr">
                        <a:spcBef>
                          <a:spcPts val="0"/>
                        </a:spcBef>
                        <a:spcAft>
                          <a:spcPts val="0"/>
                        </a:spcAft>
                        <a:buNone/>
                      </a:pPr>
                      <a:r>
                        <a:t/>
                      </a:r>
                      <a:endParaRPr sz="1000">
                        <a:latin typeface="Montserrat"/>
                        <a:ea typeface="Montserrat"/>
                        <a:cs typeface="Montserrat"/>
                        <a:sym typeface="Montserrat"/>
                      </a:endParaRPr>
                    </a:p>
                  </a:txBody>
                  <a:tcPr marT="91425" marB="91425" marR="91425" marL="91425" anchor="ctr">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rgbClr val="EFEFEF"/>
                    </a:solidFill>
                  </a:tcPr>
                </a:tc>
                <a:tc>
                  <a:txBody>
                    <a:bodyPr/>
                    <a:lstStyle/>
                    <a:p>
                      <a:pPr indent="0" lvl="0" marL="0" rtl="0" algn="ctr">
                        <a:spcBef>
                          <a:spcPts val="0"/>
                        </a:spcBef>
                        <a:spcAft>
                          <a:spcPts val="0"/>
                        </a:spcAft>
                        <a:buNone/>
                      </a:pPr>
                      <a:r>
                        <a:rPr lang="en" sz="1000">
                          <a:latin typeface="Montserrat"/>
                          <a:ea typeface="Montserrat"/>
                          <a:cs typeface="Montserrat"/>
                          <a:sym typeface="Montserrat"/>
                        </a:rPr>
                        <a:t>Boop</a:t>
                      </a:r>
                      <a:endParaRPr sz="1000">
                        <a:latin typeface="Montserrat"/>
                        <a:ea typeface="Montserrat"/>
                        <a:cs typeface="Montserrat"/>
                        <a:sym typeface="Montserrat"/>
                      </a:endParaRPr>
                    </a:p>
                  </a:txBody>
                  <a:tcPr marT="91425" marB="91425" marR="91425" marL="91425" anchor="ctr">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rgbClr val="E0F7FF"/>
                    </a:solidFill>
                  </a:tcPr>
                </a:tc>
                <a:tc>
                  <a:txBody>
                    <a:bodyPr/>
                    <a:lstStyle/>
                    <a:p>
                      <a:pPr indent="-114300" lvl="0" marL="228600" rtl="0" algn="l">
                        <a:lnSpc>
                          <a:spcPct val="115000"/>
                        </a:lnSpc>
                        <a:spcBef>
                          <a:spcPts val="0"/>
                        </a:spcBef>
                        <a:spcAft>
                          <a:spcPts val="0"/>
                        </a:spcAft>
                        <a:buClr>
                          <a:schemeClr val="dk1"/>
                        </a:buClr>
                        <a:buSzPts val="900"/>
                        <a:buFont typeface="Montserrat"/>
                        <a:buChar char="●"/>
                      </a:pPr>
                      <a:r>
                        <a:rPr lang="en" sz="900">
                          <a:solidFill>
                            <a:schemeClr val="dk1"/>
                          </a:solidFill>
                          <a:latin typeface="Montserrat"/>
                          <a:ea typeface="Montserrat"/>
                          <a:cs typeface="Montserrat"/>
                          <a:sym typeface="Montserrat"/>
                        </a:rPr>
                        <a:t>Farm-to-table messenger bag swag pitchfork vinyl tacos. </a:t>
                      </a:r>
                      <a:endParaRPr sz="900">
                        <a:solidFill>
                          <a:schemeClr val="dk1"/>
                        </a:solidFill>
                        <a:latin typeface="Montserrat"/>
                        <a:ea typeface="Montserrat"/>
                        <a:cs typeface="Montserrat"/>
                        <a:sym typeface="Montserrat"/>
                      </a:endParaRPr>
                    </a:p>
                    <a:p>
                      <a:pPr indent="-114300" lvl="0" marL="228600" rtl="0" algn="l">
                        <a:lnSpc>
                          <a:spcPct val="115000"/>
                        </a:lnSpc>
                        <a:spcBef>
                          <a:spcPts val="0"/>
                        </a:spcBef>
                        <a:spcAft>
                          <a:spcPts val="0"/>
                        </a:spcAft>
                        <a:buClr>
                          <a:schemeClr val="dk1"/>
                        </a:buClr>
                        <a:buSzPts val="900"/>
                        <a:buFont typeface="Montserrat"/>
                        <a:buChar char="●"/>
                      </a:pPr>
                      <a:r>
                        <a:rPr lang="en" sz="900">
                          <a:solidFill>
                            <a:schemeClr val="dk1"/>
                          </a:solidFill>
                          <a:latin typeface="Montserrat"/>
                          <a:ea typeface="Montserrat"/>
                          <a:cs typeface="Montserrat"/>
                          <a:sym typeface="Montserrat"/>
                        </a:rPr>
                        <a:t>La croix next level selvage tacos kickstarter bicycle rights glossier unicorn godard skateboard. </a:t>
                      </a:r>
                      <a:endParaRPr sz="900">
                        <a:latin typeface="Montserrat"/>
                        <a:ea typeface="Montserrat"/>
                        <a:cs typeface="Montserrat"/>
                        <a:sym typeface="Montserrat"/>
                      </a:endParaRPr>
                    </a:p>
                  </a:txBody>
                  <a:tcPr marT="91425" marB="91425" marR="91425" marL="91425" anchor="ctr">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rgbClr val="F3F3F3"/>
                    </a:solidFill>
                  </a:tcPr>
                </a:tc>
              </a:tr>
              <a:tr h="694800">
                <a:tc>
                  <a:txBody>
                    <a:bodyPr/>
                    <a:lstStyle/>
                    <a:p>
                      <a:pPr indent="0" lvl="0" marL="0" rtl="0" algn="ctr">
                        <a:spcBef>
                          <a:spcPts val="0"/>
                        </a:spcBef>
                        <a:spcAft>
                          <a:spcPts val="0"/>
                        </a:spcAft>
                        <a:buNone/>
                      </a:pPr>
                      <a:r>
                        <a:rPr lang="en" sz="1200">
                          <a:latin typeface="Montserrat"/>
                          <a:ea typeface="Montserrat"/>
                          <a:cs typeface="Montserrat"/>
                          <a:sym typeface="Montserrat"/>
                        </a:rPr>
                        <a:t>02</a:t>
                      </a:r>
                      <a:endParaRPr sz="1200">
                        <a:latin typeface="Montserrat"/>
                        <a:ea typeface="Montserrat"/>
                        <a:cs typeface="Montserrat"/>
                        <a:sym typeface="Montserrat"/>
                      </a:endParaRPr>
                    </a:p>
                  </a:txBody>
                  <a:tcPr marT="91425" marB="91425" marR="91425" marL="91425" anchor="ctr">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rgbClr val="FAFAFA"/>
                    </a:solidFill>
                  </a:tcPr>
                </a:tc>
                <a:tc>
                  <a:txBody>
                    <a:bodyPr/>
                    <a:lstStyle/>
                    <a:p>
                      <a:pPr indent="0" lvl="0" marL="0" rtl="0" algn="ctr">
                        <a:spcBef>
                          <a:spcPts val="0"/>
                        </a:spcBef>
                        <a:spcAft>
                          <a:spcPts val="0"/>
                        </a:spcAft>
                        <a:buNone/>
                      </a:pPr>
                      <a:r>
                        <a:rPr lang="en" sz="1000">
                          <a:solidFill>
                            <a:schemeClr val="dk1"/>
                          </a:solidFill>
                          <a:latin typeface="Montserrat"/>
                          <a:ea typeface="Montserrat"/>
                          <a:cs typeface="Montserrat"/>
                          <a:sym typeface="Montserrat"/>
                        </a:rPr>
                        <a:t>Bing bong</a:t>
                      </a:r>
                      <a:endParaRPr sz="1000">
                        <a:latin typeface="Montserrat"/>
                        <a:ea typeface="Montserrat"/>
                        <a:cs typeface="Montserrat"/>
                        <a:sym typeface="Montserrat"/>
                      </a:endParaRPr>
                    </a:p>
                  </a:txBody>
                  <a:tcPr marT="91425" marB="91425" marR="91425" marL="91425" anchor="ctr">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rgbClr val="EFEFEF"/>
                    </a:solidFill>
                  </a:tcPr>
                </a:tc>
                <a:tc>
                  <a:txBody>
                    <a:bodyPr/>
                    <a:lstStyle/>
                    <a:p>
                      <a:pPr indent="0" lvl="0" marL="0" rtl="0" algn="ctr">
                        <a:spcBef>
                          <a:spcPts val="0"/>
                        </a:spcBef>
                        <a:spcAft>
                          <a:spcPts val="0"/>
                        </a:spcAft>
                        <a:buNone/>
                      </a:pPr>
                      <a:r>
                        <a:rPr lang="en" sz="1000">
                          <a:latin typeface="Montserrat"/>
                          <a:ea typeface="Montserrat"/>
                          <a:cs typeface="Montserrat"/>
                          <a:sym typeface="Montserrat"/>
                        </a:rPr>
                        <a:t>Ding dong</a:t>
                      </a:r>
                      <a:endParaRPr sz="1000">
                        <a:latin typeface="Montserrat"/>
                        <a:ea typeface="Montserrat"/>
                        <a:cs typeface="Montserrat"/>
                        <a:sym typeface="Montserrat"/>
                      </a:endParaRPr>
                    </a:p>
                  </a:txBody>
                  <a:tcPr marT="91425" marB="91425" marR="91425" marL="91425" anchor="ctr">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rgbClr val="E0F7FF"/>
                    </a:solidFill>
                  </a:tcPr>
                </a:tc>
                <a:tc>
                  <a:txBody>
                    <a:bodyPr/>
                    <a:lstStyle/>
                    <a:p>
                      <a:pPr indent="-114300" lvl="0" marL="228600" rtl="0" algn="l">
                        <a:lnSpc>
                          <a:spcPct val="115000"/>
                        </a:lnSpc>
                        <a:spcBef>
                          <a:spcPts val="0"/>
                        </a:spcBef>
                        <a:spcAft>
                          <a:spcPts val="0"/>
                        </a:spcAft>
                        <a:buClr>
                          <a:schemeClr val="dk1"/>
                        </a:buClr>
                        <a:buSzPts val="900"/>
                        <a:buFont typeface="Montserrat"/>
                        <a:buChar char="●"/>
                      </a:pPr>
                      <a:r>
                        <a:rPr lang="en" sz="900">
                          <a:solidFill>
                            <a:schemeClr val="dk1"/>
                          </a:solidFill>
                          <a:latin typeface="Montserrat"/>
                          <a:ea typeface="Montserrat"/>
                          <a:cs typeface="Montserrat"/>
                          <a:sym typeface="Montserrat"/>
                        </a:rPr>
                        <a:t>Man bun sustainable tousled, celiac aesthetic hammock butcher put a bird on it. </a:t>
                      </a:r>
                      <a:endParaRPr sz="900">
                        <a:solidFill>
                          <a:schemeClr val="dk1"/>
                        </a:solidFill>
                        <a:latin typeface="Montserrat"/>
                        <a:ea typeface="Montserrat"/>
                        <a:cs typeface="Montserrat"/>
                        <a:sym typeface="Montserrat"/>
                      </a:endParaRPr>
                    </a:p>
                    <a:p>
                      <a:pPr indent="-114300" lvl="0" marL="228600" rtl="0" algn="l">
                        <a:lnSpc>
                          <a:spcPct val="115000"/>
                        </a:lnSpc>
                        <a:spcBef>
                          <a:spcPts val="0"/>
                        </a:spcBef>
                        <a:spcAft>
                          <a:spcPts val="0"/>
                        </a:spcAft>
                        <a:buClr>
                          <a:schemeClr val="dk1"/>
                        </a:buClr>
                        <a:buSzPts val="900"/>
                        <a:buFont typeface="Montserrat"/>
                        <a:buChar char="●"/>
                      </a:pPr>
                      <a:r>
                        <a:rPr lang="en" sz="900">
                          <a:solidFill>
                            <a:schemeClr val="dk1"/>
                          </a:solidFill>
                          <a:latin typeface="Montserrat"/>
                          <a:ea typeface="Montserrat"/>
                          <a:cs typeface="Montserrat"/>
                          <a:sym typeface="Montserrat"/>
                        </a:rPr>
                        <a:t>Iceland activated charcoal bushwick flexitarian four dollar toast, brunch direct trade knausgaard brooklyn air plant asymmetrical tilde dreamcatcher 90's humblebrag.</a:t>
                      </a:r>
                      <a:endParaRPr sz="900">
                        <a:solidFill>
                          <a:schemeClr val="dk1"/>
                        </a:solidFill>
                        <a:latin typeface="Montserrat"/>
                        <a:ea typeface="Montserrat"/>
                        <a:cs typeface="Montserrat"/>
                        <a:sym typeface="Montserrat"/>
                      </a:endParaRPr>
                    </a:p>
                  </a:txBody>
                  <a:tcPr marT="91425" marB="91425" marR="91425" marL="91425" anchor="ctr">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rgbClr val="F3F3F3"/>
                    </a:solidFill>
                  </a:tcPr>
                </a:tc>
              </a:tr>
              <a:tr h="694800">
                <a:tc>
                  <a:txBody>
                    <a:bodyPr/>
                    <a:lstStyle/>
                    <a:p>
                      <a:pPr indent="0" lvl="0" marL="0" rtl="0" algn="ctr">
                        <a:spcBef>
                          <a:spcPts val="0"/>
                        </a:spcBef>
                        <a:spcAft>
                          <a:spcPts val="0"/>
                        </a:spcAft>
                        <a:buNone/>
                      </a:pPr>
                      <a:r>
                        <a:rPr lang="en" sz="1200">
                          <a:latin typeface="Montserrat"/>
                          <a:ea typeface="Montserrat"/>
                          <a:cs typeface="Montserrat"/>
                          <a:sym typeface="Montserrat"/>
                        </a:rPr>
                        <a:t>03</a:t>
                      </a:r>
                      <a:endParaRPr sz="1200">
                        <a:latin typeface="Montserrat"/>
                        <a:ea typeface="Montserrat"/>
                        <a:cs typeface="Montserrat"/>
                        <a:sym typeface="Montserrat"/>
                      </a:endParaRPr>
                    </a:p>
                  </a:txBody>
                  <a:tcPr marT="91425" marB="91425" marR="91425" marL="91425" anchor="ctr">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rgbClr val="FAFAFA"/>
                    </a:solidFill>
                  </a:tcPr>
                </a:tc>
                <a:tc>
                  <a:txBody>
                    <a:bodyPr/>
                    <a:lstStyle/>
                    <a:p>
                      <a:pPr indent="0" lvl="0" marL="0" rtl="0" algn="ctr">
                        <a:spcBef>
                          <a:spcPts val="0"/>
                        </a:spcBef>
                        <a:spcAft>
                          <a:spcPts val="0"/>
                        </a:spcAft>
                        <a:buNone/>
                      </a:pPr>
                      <a:r>
                        <a:rPr lang="en" sz="1000">
                          <a:solidFill>
                            <a:schemeClr val="dk1"/>
                          </a:solidFill>
                          <a:latin typeface="Montserrat"/>
                          <a:ea typeface="Montserrat"/>
                          <a:cs typeface="Montserrat"/>
                          <a:sym typeface="Montserrat"/>
                        </a:rPr>
                        <a:t>Bingo bango bongo boop boop</a:t>
                      </a:r>
                      <a:endParaRPr sz="1000">
                        <a:latin typeface="Montserrat"/>
                        <a:ea typeface="Montserrat"/>
                        <a:cs typeface="Montserrat"/>
                        <a:sym typeface="Montserrat"/>
                      </a:endParaRPr>
                    </a:p>
                  </a:txBody>
                  <a:tcPr marT="91425" marB="91425" marR="91425" marL="91425" anchor="ctr">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rgbClr val="EFEFEF"/>
                    </a:solidFill>
                  </a:tcPr>
                </a:tc>
                <a:tc>
                  <a:txBody>
                    <a:bodyPr/>
                    <a:lstStyle/>
                    <a:p>
                      <a:pPr indent="0" lvl="0" marL="0" rtl="0" algn="ctr">
                        <a:spcBef>
                          <a:spcPts val="0"/>
                        </a:spcBef>
                        <a:spcAft>
                          <a:spcPts val="0"/>
                        </a:spcAft>
                        <a:buNone/>
                      </a:pPr>
                      <a:r>
                        <a:rPr lang="en" sz="1000">
                          <a:latin typeface="Montserrat"/>
                          <a:ea typeface="Montserrat"/>
                          <a:cs typeface="Montserrat"/>
                          <a:sym typeface="Montserrat"/>
                        </a:rPr>
                        <a:t>Meep morp sploop slorp</a:t>
                      </a:r>
                      <a:endParaRPr sz="1000">
                        <a:latin typeface="Montserrat"/>
                        <a:ea typeface="Montserrat"/>
                        <a:cs typeface="Montserrat"/>
                        <a:sym typeface="Montserrat"/>
                      </a:endParaRPr>
                    </a:p>
                  </a:txBody>
                  <a:tcPr marT="91425" marB="91425" marR="91425" marL="91425" anchor="ctr">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rgbClr val="E0F7FF"/>
                    </a:solidFill>
                  </a:tcPr>
                </a:tc>
                <a:tc>
                  <a:txBody>
                    <a:bodyPr/>
                    <a:lstStyle/>
                    <a:p>
                      <a:pPr indent="-114300" lvl="0" marL="228600" rtl="0" algn="l">
                        <a:lnSpc>
                          <a:spcPct val="115000"/>
                        </a:lnSpc>
                        <a:spcBef>
                          <a:spcPts val="0"/>
                        </a:spcBef>
                        <a:spcAft>
                          <a:spcPts val="0"/>
                        </a:spcAft>
                        <a:buClr>
                          <a:schemeClr val="dk1"/>
                        </a:buClr>
                        <a:buSzPts val="900"/>
                        <a:buFont typeface="Montserrat"/>
                        <a:buChar char="●"/>
                      </a:pPr>
                      <a:r>
                        <a:rPr lang="en" sz="900">
                          <a:solidFill>
                            <a:schemeClr val="dk1"/>
                          </a:solidFill>
                          <a:latin typeface="Montserrat"/>
                          <a:ea typeface="Montserrat"/>
                          <a:cs typeface="Montserrat"/>
                          <a:sym typeface="Montserrat"/>
                        </a:rPr>
                        <a:t>Vape microdosing venmo YOLO. Portland literally copper mug raw denim vaporware butcher vape distillery fam la croix.. </a:t>
                      </a:r>
                      <a:endParaRPr sz="900">
                        <a:solidFill>
                          <a:schemeClr val="dk1"/>
                        </a:solidFill>
                        <a:latin typeface="Montserrat"/>
                        <a:ea typeface="Montserrat"/>
                        <a:cs typeface="Montserrat"/>
                        <a:sym typeface="Montserrat"/>
                      </a:endParaRPr>
                    </a:p>
                  </a:txBody>
                  <a:tcPr marT="91425" marB="91425" marR="91425" marL="91425" anchor="ctr">
                    <a:lnL cap="flat" cmpd="sng" w="28575">
                      <a:solidFill>
                        <a:srgbClr val="FFFFFF"/>
                      </a:solidFill>
                      <a:prstDash val="solid"/>
                      <a:round/>
                      <a:headEnd len="sm" w="sm" type="none"/>
                      <a:tailEnd len="sm" w="sm" type="none"/>
                    </a:lnL>
                    <a:lnR cap="flat" cmpd="sng" w="28575">
                      <a:solidFill>
                        <a:srgbClr val="FFFFFF"/>
                      </a:solidFill>
                      <a:prstDash val="solid"/>
                      <a:round/>
                      <a:headEnd len="sm" w="sm" type="none"/>
                      <a:tailEnd len="sm" w="sm" type="none"/>
                    </a:lnR>
                    <a:lnT cap="flat" cmpd="sng" w="28575">
                      <a:solidFill>
                        <a:srgbClr val="FFFFFF"/>
                      </a:solidFill>
                      <a:prstDash val="solid"/>
                      <a:round/>
                      <a:headEnd len="sm" w="sm" type="none"/>
                      <a:tailEnd len="sm" w="sm" type="none"/>
                    </a:lnT>
                    <a:lnB cap="flat" cmpd="sng" w="28575">
                      <a:solidFill>
                        <a:srgbClr val="FFFFFF"/>
                      </a:solidFill>
                      <a:prstDash val="solid"/>
                      <a:round/>
                      <a:headEnd len="sm" w="sm" type="none"/>
                      <a:tailEnd len="sm" w="sm" type="none"/>
                    </a:lnB>
                    <a:solidFill>
                      <a:srgbClr val="F3F3F3"/>
                    </a:solidFill>
                  </a:tcPr>
                </a:tc>
              </a:tr>
            </a:tbl>
          </a:graphicData>
        </a:graphic>
      </p:graphicFrame>
      <p:sp>
        <p:nvSpPr>
          <p:cNvPr id="163" name="Google Shape;163;p24"/>
          <p:cNvSpPr txBox="1"/>
          <p:nvPr>
            <p:ph type="title"/>
          </p:nvPr>
        </p:nvSpPr>
        <p:spPr>
          <a:xfrm>
            <a:off x="601475" y="445025"/>
            <a:ext cx="2049600" cy="588000"/>
          </a:xfrm>
          <a:prstGeom prst="rect">
            <a:avLst/>
          </a:prstGeom>
          <a:noFill/>
          <a:ln>
            <a:noFill/>
          </a:ln>
        </p:spPr>
        <p:txBody>
          <a:bodyPr anchorCtr="0" anchor="ctr"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en" sz="800">
                <a:solidFill>
                  <a:srgbClr val="009FD9"/>
                </a:solidFill>
                <a:latin typeface="Montserrat ExtraBold"/>
                <a:ea typeface="Montserrat ExtraBold"/>
                <a:cs typeface="Montserrat ExtraBold"/>
                <a:sym typeface="Montserrat ExtraBold"/>
              </a:rPr>
              <a:t>NEED A CHART?</a:t>
            </a:r>
            <a:endParaRPr sz="1600">
              <a:solidFill>
                <a:schemeClr val="dk1"/>
              </a:solidFill>
              <a:latin typeface="Montserrat ExtraBold"/>
              <a:ea typeface="Montserrat ExtraBold"/>
              <a:cs typeface="Montserrat ExtraBold"/>
              <a:sym typeface="Montserrat ExtraBold"/>
            </a:endParaRPr>
          </a:p>
          <a:p>
            <a:pPr indent="0" lvl="0" marL="0" rtl="0" algn="l">
              <a:lnSpc>
                <a:spcPct val="115000"/>
              </a:lnSpc>
              <a:spcBef>
                <a:spcPts val="0"/>
              </a:spcBef>
              <a:spcAft>
                <a:spcPts val="0"/>
              </a:spcAft>
              <a:buNone/>
            </a:pPr>
            <a:r>
              <a:rPr lang="en" sz="1700">
                <a:solidFill>
                  <a:schemeClr val="dk1"/>
                </a:solidFill>
                <a:latin typeface="Montserrat ExtraBold"/>
                <a:ea typeface="Montserrat ExtraBold"/>
                <a:cs typeface="Montserrat ExtraBold"/>
                <a:sym typeface="Montserrat ExtraBold"/>
              </a:rPr>
              <a:t>This is a chart.</a:t>
            </a:r>
            <a:endParaRPr sz="400">
              <a:solidFill>
                <a:srgbClr val="009FD9"/>
              </a:solidFill>
              <a:latin typeface="Montserrat ExtraBold"/>
              <a:ea typeface="Montserrat ExtraBold"/>
              <a:cs typeface="Montserrat ExtraBold"/>
              <a:sym typeface="Montserrat ExtraBo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5"/>
          <p:cNvSpPr txBox="1"/>
          <p:nvPr>
            <p:ph type="title"/>
          </p:nvPr>
        </p:nvSpPr>
        <p:spPr>
          <a:xfrm>
            <a:off x="601475" y="445025"/>
            <a:ext cx="2938200" cy="588000"/>
          </a:xfrm>
          <a:prstGeom prst="rect">
            <a:avLst/>
          </a:prstGeom>
          <a:noFill/>
          <a:ln>
            <a:noFill/>
          </a:ln>
        </p:spPr>
        <p:txBody>
          <a:bodyPr anchorCtr="0" anchor="ctr"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en" sz="800">
                <a:solidFill>
                  <a:srgbClr val="009FD9"/>
                </a:solidFill>
                <a:latin typeface="Montserrat ExtraBold"/>
                <a:ea typeface="Montserrat ExtraBold"/>
                <a:cs typeface="Montserrat ExtraBold"/>
                <a:sym typeface="Montserrat ExtraBold"/>
              </a:rPr>
              <a:t>NEED A BAR GRAPH?</a:t>
            </a:r>
            <a:endParaRPr sz="1600">
              <a:solidFill>
                <a:schemeClr val="dk1"/>
              </a:solidFill>
              <a:latin typeface="Montserrat ExtraBold"/>
              <a:ea typeface="Montserrat ExtraBold"/>
              <a:cs typeface="Montserrat ExtraBold"/>
              <a:sym typeface="Montserrat ExtraBold"/>
            </a:endParaRPr>
          </a:p>
          <a:p>
            <a:pPr indent="0" lvl="0" marL="0" rtl="0" algn="l">
              <a:lnSpc>
                <a:spcPct val="115000"/>
              </a:lnSpc>
              <a:spcBef>
                <a:spcPts val="0"/>
              </a:spcBef>
              <a:spcAft>
                <a:spcPts val="0"/>
              </a:spcAft>
              <a:buNone/>
            </a:pPr>
            <a:r>
              <a:rPr lang="en" sz="1700">
                <a:solidFill>
                  <a:schemeClr val="dk1"/>
                </a:solidFill>
                <a:latin typeface="Montserrat ExtraBold"/>
                <a:ea typeface="Montserrat ExtraBold"/>
                <a:cs typeface="Montserrat ExtraBold"/>
                <a:sym typeface="Montserrat ExtraBold"/>
              </a:rPr>
              <a:t>This is a bar graph.</a:t>
            </a:r>
            <a:endParaRPr sz="400">
              <a:solidFill>
                <a:srgbClr val="009FD9"/>
              </a:solidFill>
              <a:latin typeface="Montserrat ExtraBold"/>
              <a:ea typeface="Montserrat ExtraBold"/>
              <a:cs typeface="Montserrat ExtraBold"/>
              <a:sym typeface="Montserrat ExtraBold"/>
            </a:endParaRPr>
          </a:p>
        </p:txBody>
      </p:sp>
      <p:sp>
        <p:nvSpPr>
          <p:cNvPr id="169" name="Google Shape;169;p25"/>
          <p:cNvSpPr/>
          <p:nvPr/>
        </p:nvSpPr>
        <p:spPr>
          <a:xfrm>
            <a:off x="1333955" y="1569150"/>
            <a:ext cx="318000" cy="2267700"/>
          </a:xfrm>
          <a:prstGeom prst="rect">
            <a:avLst/>
          </a:prstGeom>
          <a:solidFill>
            <a:srgbClr val="009F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25"/>
          <p:cNvSpPr/>
          <p:nvPr/>
        </p:nvSpPr>
        <p:spPr>
          <a:xfrm>
            <a:off x="1762580" y="1894075"/>
            <a:ext cx="318000" cy="1942800"/>
          </a:xfrm>
          <a:prstGeom prst="rect">
            <a:avLst/>
          </a:prstGeom>
          <a:solidFill>
            <a:srgbClr val="009F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25"/>
          <p:cNvSpPr/>
          <p:nvPr/>
        </p:nvSpPr>
        <p:spPr>
          <a:xfrm>
            <a:off x="2191205" y="1776550"/>
            <a:ext cx="318000" cy="2060400"/>
          </a:xfrm>
          <a:prstGeom prst="rect">
            <a:avLst/>
          </a:prstGeom>
          <a:solidFill>
            <a:srgbClr val="009F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25"/>
          <p:cNvSpPr/>
          <p:nvPr/>
        </p:nvSpPr>
        <p:spPr>
          <a:xfrm>
            <a:off x="2619830" y="2149850"/>
            <a:ext cx="318000" cy="1687200"/>
          </a:xfrm>
          <a:prstGeom prst="rect">
            <a:avLst/>
          </a:prstGeom>
          <a:solidFill>
            <a:srgbClr val="009F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25"/>
          <p:cNvSpPr/>
          <p:nvPr/>
        </p:nvSpPr>
        <p:spPr>
          <a:xfrm>
            <a:off x="3048455" y="2073825"/>
            <a:ext cx="318000" cy="1763100"/>
          </a:xfrm>
          <a:prstGeom prst="rect">
            <a:avLst/>
          </a:prstGeom>
          <a:solidFill>
            <a:srgbClr val="009F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25"/>
          <p:cNvSpPr/>
          <p:nvPr/>
        </p:nvSpPr>
        <p:spPr>
          <a:xfrm>
            <a:off x="3477080" y="1686675"/>
            <a:ext cx="318000" cy="2150400"/>
          </a:xfrm>
          <a:prstGeom prst="rect">
            <a:avLst/>
          </a:prstGeom>
          <a:solidFill>
            <a:srgbClr val="009F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75" name="Google Shape;175;p25"/>
          <p:cNvCxnSpPr/>
          <p:nvPr/>
        </p:nvCxnSpPr>
        <p:spPr>
          <a:xfrm>
            <a:off x="1022855" y="3829800"/>
            <a:ext cx="2938200" cy="0"/>
          </a:xfrm>
          <a:prstGeom prst="straightConnector1">
            <a:avLst/>
          </a:prstGeom>
          <a:noFill/>
          <a:ln cap="flat" cmpd="sng" w="9525">
            <a:solidFill>
              <a:schemeClr val="dk2"/>
            </a:solidFill>
            <a:prstDash val="solid"/>
            <a:round/>
            <a:headEnd len="med" w="med" type="none"/>
            <a:tailEnd len="med" w="med" type="none"/>
          </a:ln>
        </p:spPr>
      </p:cxnSp>
      <p:cxnSp>
        <p:nvCxnSpPr>
          <p:cNvPr id="176" name="Google Shape;176;p25"/>
          <p:cNvCxnSpPr/>
          <p:nvPr/>
        </p:nvCxnSpPr>
        <p:spPr>
          <a:xfrm rot="10800000">
            <a:off x="1147305" y="1415175"/>
            <a:ext cx="0" cy="2421900"/>
          </a:xfrm>
          <a:prstGeom prst="straightConnector1">
            <a:avLst/>
          </a:prstGeom>
          <a:noFill/>
          <a:ln cap="flat" cmpd="sng" w="9525">
            <a:solidFill>
              <a:schemeClr val="dk2"/>
            </a:solidFill>
            <a:prstDash val="solid"/>
            <a:round/>
            <a:headEnd len="med" w="med" type="none"/>
            <a:tailEnd len="med" w="med" type="none"/>
          </a:ln>
        </p:spPr>
      </p:cxnSp>
      <p:cxnSp>
        <p:nvCxnSpPr>
          <p:cNvPr id="177" name="Google Shape;177;p25"/>
          <p:cNvCxnSpPr/>
          <p:nvPr/>
        </p:nvCxnSpPr>
        <p:spPr>
          <a:xfrm>
            <a:off x="1022855" y="3528478"/>
            <a:ext cx="127800" cy="0"/>
          </a:xfrm>
          <a:prstGeom prst="straightConnector1">
            <a:avLst/>
          </a:prstGeom>
          <a:noFill/>
          <a:ln cap="flat" cmpd="sng" w="9525">
            <a:solidFill>
              <a:schemeClr val="dk2"/>
            </a:solidFill>
            <a:prstDash val="solid"/>
            <a:round/>
            <a:headEnd len="med" w="med" type="none"/>
            <a:tailEnd len="med" w="med" type="none"/>
          </a:ln>
        </p:spPr>
      </p:cxnSp>
      <p:cxnSp>
        <p:nvCxnSpPr>
          <p:cNvPr id="178" name="Google Shape;178;p25"/>
          <p:cNvCxnSpPr/>
          <p:nvPr/>
        </p:nvCxnSpPr>
        <p:spPr>
          <a:xfrm>
            <a:off x="1022855" y="3227156"/>
            <a:ext cx="127800" cy="0"/>
          </a:xfrm>
          <a:prstGeom prst="straightConnector1">
            <a:avLst/>
          </a:prstGeom>
          <a:noFill/>
          <a:ln cap="flat" cmpd="sng" w="9525">
            <a:solidFill>
              <a:schemeClr val="dk2"/>
            </a:solidFill>
            <a:prstDash val="solid"/>
            <a:round/>
            <a:headEnd len="med" w="med" type="none"/>
            <a:tailEnd len="med" w="med" type="none"/>
          </a:ln>
        </p:spPr>
      </p:cxnSp>
      <p:cxnSp>
        <p:nvCxnSpPr>
          <p:cNvPr id="179" name="Google Shape;179;p25"/>
          <p:cNvCxnSpPr/>
          <p:nvPr/>
        </p:nvCxnSpPr>
        <p:spPr>
          <a:xfrm>
            <a:off x="1022855" y="2925834"/>
            <a:ext cx="127800" cy="0"/>
          </a:xfrm>
          <a:prstGeom prst="straightConnector1">
            <a:avLst/>
          </a:prstGeom>
          <a:noFill/>
          <a:ln cap="flat" cmpd="sng" w="9525">
            <a:solidFill>
              <a:schemeClr val="dk2"/>
            </a:solidFill>
            <a:prstDash val="solid"/>
            <a:round/>
            <a:headEnd len="med" w="med" type="none"/>
            <a:tailEnd len="med" w="med" type="none"/>
          </a:ln>
        </p:spPr>
      </p:cxnSp>
      <p:cxnSp>
        <p:nvCxnSpPr>
          <p:cNvPr id="180" name="Google Shape;180;p25"/>
          <p:cNvCxnSpPr/>
          <p:nvPr/>
        </p:nvCxnSpPr>
        <p:spPr>
          <a:xfrm>
            <a:off x="1022855" y="2624513"/>
            <a:ext cx="127800" cy="0"/>
          </a:xfrm>
          <a:prstGeom prst="straightConnector1">
            <a:avLst/>
          </a:prstGeom>
          <a:noFill/>
          <a:ln cap="flat" cmpd="sng" w="9525">
            <a:solidFill>
              <a:schemeClr val="dk2"/>
            </a:solidFill>
            <a:prstDash val="solid"/>
            <a:round/>
            <a:headEnd len="med" w="med" type="none"/>
            <a:tailEnd len="med" w="med" type="none"/>
          </a:ln>
        </p:spPr>
      </p:cxnSp>
      <p:cxnSp>
        <p:nvCxnSpPr>
          <p:cNvPr id="181" name="Google Shape;181;p25"/>
          <p:cNvCxnSpPr/>
          <p:nvPr/>
        </p:nvCxnSpPr>
        <p:spPr>
          <a:xfrm>
            <a:off x="1022855" y="2323191"/>
            <a:ext cx="127800" cy="0"/>
          </a:xfrm>
          <a:prstGeom prst="straightConnector1">
            <a:avLst/>
          </a:prstGeom>
          <a:noFill/>
          <a:ln cap="flat" cmpd="sng" w="9525">
            <a:solidFill>
              <a:schemeClr val="dk2"/>
            </a:solidFill>
            <a:prstDash val="solid"/>
            <a:round/>
            <a:headEnd len="med" w="med" type="none"/>
            <a:tailEnd len="med" w="med" type="none"/>
          </a:ln>
        </p:spPr>
      </p:cxnSp>
      <p:cxnSp>
        <p:nvCxnSpPr>
          <p:cNvPr id="182" name="Google Shape;182;p25"/>
          <p:cNvCxnSpPr/>
          <p:nvPr/>
        </p:nvCxnSpPr>
        <p:spPr>
          <a:xfrm>
            <a:off x="1022855" y="2021869"/>
            <a:ext cx="127800" cy="0"/>
          </a:xfrm>
          <a:prstGeom prst="straightConnector1">
            <a:avLst/>
          </a:prstGeom>
          <a:noFill/>
          <a:ln cap="flat" cmpd="sng" w="9525">
            <a:solidFill>
              <a:schemeClr val="dk2"/>
            </a:solidFill>
            <a:prstDash val="solid"/>
            <a:round/>
            <a:headEnd len="med" w="med" type="none"/>
            <a:tailEnd len="med" w="med" type="none"/>
          </a:ln>
        </p:spPr>
      </p:cxnSp>
      <p:cxnSp>
        <p:nvCxnSpPr>
          <p:cNvPr id="183" name="Google Shape;183;p25"/>
          <p:cNvCxnSpPr/>
          <p:nvPr/>
        </p:nvCxnSpPr>
        <p:spPr>
          <a:xfrm>
            <a:off x="1022855" y="1720547"/>
            <a:ext cx="127800" cy="0"/>
          </a:xfrm>
          <a:prstGeom prst="straightConnector1">
            <a:avLst/>
          </a:prstGeom>
          <a:noFill/>
          <a:ln cap="flat" cmpd="sng" w="9525">
            <a:solidFill>
              <a:schemeClr val="dk2"/>
            </a:solidFill>
            <a:prstDash val="solid"/>
            <a:round/>
            <a:headEnd len="med" w="med" type="none"/>
            <a:tailEnd len="med" w="med" type="none"/>
          </a:ln>
        </p:spPr>
      </p:cxnSp>
      <p:cxnSp>
        <p:nvCxnSpPr>
          <p:cNvPr id="184" name="Google Shape;184;p25"/>
          <p:cNvCxnSpPr/>
          <p:nvPr/>
        </p:nvCxnSpPr>
        <p:spPr>
          <a:xfrm>
            <a:off x="1022855" y="1419225"/>
            <a:ext cx="127800" cy="0"/>
          </a:xfrm>
          <a:prstGeom prst="straightConnector1">
            <a:avLst/>
          </a:prstGeom>
          <a:noFill/>
          <a:ln cap="flat" cmpd="sng" w="9525">
            <a:solidFill>
              <a:schemeClr val="dk2"/>
            </a:solidFill>
            <a:prstDash val="solid"/>
            <a:round/>
            <a:headEnd len="med" w="med" type="none"/>
            <a:tailEnd len="med" w="med" type="none"/>
          </a:ln>
        </p:spPr>
      </p:cxnSp>
      <p:sp>
        <p:nvSpPr>
          <p:cNvPr id="185" name="Google Shape;185;p25"/>
          <p:cNvSpPr txBox="1"/>
          <p:nvPr/>
        </p:nvSpPr>
        <p:spPr>
          <a:xfrm rot="-2698744">
            <a:off x="573393" y="4112129"/>
            <a:ext cx="1161635" cy="323289"/>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900">
                <a:latin typeface="Montserrat"/>
                <a:ea typeface="Montserrat"/>
                <a:cs typeface="Montserrat"/>
                <a:sym typeface="Montserrat"/>
              </a:rPr>
              <a:t>Category</a:t>
            </a:r>
            <a:endParaRPr sz="900">
              <a:latin typeface="Montserrat"/>
              <a:ea typeface="Montserrat"/>
              <a:cs typeface="Montserrat"/>
              <a:sym typeface="Montserrat"/>
            </a:endParaRPr>
          </a:p>
        </p:txBody>
      </p:sp>
      <p:sp>
        <p:nvSpPr>
          <p:cNvPr id="186" name="Google Shape;186;p25"/>
          <p:cNvSpPr txBox="1"/>
          <p:nvPr/>
        </p:nvSpPr>
        <p:spPr>
          <a:xfrm rot="-2698744">
            <a:off x="1002060" y="4112129"/>
            <a:ext cx="1161635" cy="323289"/>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900">
                <a:latin typeface="Montserrat"/>
                <a:ea typeface="Montserrat"/>
                <a:cs typeface="Montserrat"/>
                <a:sym typeface="Montserrat"/>
              </a:rPr>
              <a:t>Category</a:t>
            </a:r>
            <a:endParaRPr sz="900">
              <a:latin typeface="Montserrat"/>
              <a:ea typeface="Montserrat"/>
              <a:cs typeface="Montserrat"/>
              <a:sym typeface="Montserrat"/>
            </a:endParaRPr>
          </a:p>
        </p:txBody>
      </p:sp>
      <p:sp>
        <p:nvSpPr>
          <p:cNvPr id="187" name="Google Shape;187;p25"/>
          <p:cNvSpPr txBox="1"/>
          <p:nvPr/>
        </p:nvSpPr>
        <p:spPr>
          <a:xfrm rot="-2698744">
            <a:off x="1430728" y="4112129"/>
            <a:ext cx="1161635" cy="323289"/>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900">
                <a:latin typeface="Montserrat"/>
                <a:ea typeface="Montserrat"/>
                <a:cs typeface="Montserrat"/>
                <a:sym typeface="Montserrat"/>
              </a:rPr>
              <a:t>Category</a:t>
            </a:r>
            <a:endParaRPr sz="900">
              <a:latin typeface="Montserrat"/>
              <a:ea typeface="Montserrat"/>
              <a:cs typeface="Montserrat"/>
              <a:sym typeface="Montserrat"/>
            </a:endParaRPr>
          </a:p>
        </p:txBody>
      </p:sp>
      <p:sp>
        <p:nvSpPr>
          <p:cNvPr id="188" name="Google Shape;188;p25"/>
          <p:cNvSpPr txBox="1"/>
          <p:nvPr/>
        </p:nvSpPr>
        <p:spPr>
          <a:xfrm rot="-2698744">
            <a:off x="1859395" y="4112129"/>
            <a:ext cx="1161635" cy="323289"/>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900">
                <a:latin typeface="Montserrat"/>
                <a:ea typeface="Montserrat"/>
                <a:cs typeface="Montserrat"/>
                <a:sym typeface="Montserrat"/>
              </a:rPr>
              <a:t>Category</a:t>
            </a:r>
            <a:endParaRPr sz="900">
              <a:latin typeface="Montserrat"/>
              <a:ea typeface="Montserrat"/>
              <a:cs typeface="Montserrat"/>
              <a:sym typeface="Montserrat"/>
            </a:endParaRPr>
          </a:p>
        </p:txBody>
      </p:sp>
      <p:sp>
        <p:nvSpPr>
          <p:cNvPr id="189" name="Google Shape;189;p25"/>
          <p:cNvSpPr txBox="1"/>
          <p:nvPr/>
        </p:nvSpPr>
        <p:spPr>
          <a:xfrm rot="-2698744">
            <a:off x="2288062" y="4112129"/>
            <a:ext cx="1161635" cy="323289"/>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900">
                <a:latin typeface="Montserrat"/>
                <a:ea typeface="Montserrat"/>
                <a:cs typeface="Montserrat"/>
                <a:sym typeface="Montserrat"/>
              </a:rPr>
              <a:t>Category</a:t>
            </a:r>
            <a:endParaRPr sz="900">
              <a:latin typeface="Montserrat"/>
              <a:ea typeface="Montserrat"/>
              <a:cs typeface="Montserrat"/>
              <a:sym typeface="Montserrat"/>
            </a:endParaRPr>
          </a:p>
        </p:txBody>
      </p:sp>
      <p:sp>
        <p:nvSpPr>
          <p:cNvPr id="190" name="Google Shape;190;p25"/>
          <p:cNvSpPr txBox="1"/>
          <p:nvPr/>
        </p:nvSpPr>
        <p:spPr>
          <a:xfrm rot="-2698744">
            <a:off x="2716730" y="4112129"/>
            <a:ext cx="1161635" cy="323289"/>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900">
                <a:latin typeface="Montserrat"/>
                <a:ea typeface="Montserrat"/>
                <a:cs typeface="Montserrat"/>
                <a:sym typeface="Montserrat"/>
              </a:rPr>
              <a:t>Category</a:t>
            </a:r>
            <a:endParaRPr sz="900">
              <a:latin typeface="Montserrat"/>
              <a:ea typeface="Montserrat"/>
              <a:cs typeface="Montserrat"/>
              <a:sym typeface="Montserrat"/>
            </a:endParaRPr>
          </a:p>
        </p:txBody>
      </p:sp>
      <p:sp>
        <p:nvSpPr>
          <p:cNvPr id="191" name="Google Shape;191;p25"/>
          <p:cNvSpPr txBox="1"/>
          <p:nvPr/>
        </p:nvSpPr>
        <p:spPr>
          <a:xfrm>
            <a:off x="531630" y="3668250"/>
            <a:ext cx="498300" cy="323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900">
                <a:latin typeface="Montserrat"/>
                <a:ea typeface="Montserrat"/>
                <a:cs typeface="Montserrat"/>
                <a:sym typeface="Montserrat"/>
              </a:rPr>
              <a:t>0</a:t>
            </a:r>
            <a:endParaRPr sz="900">
              <a:latin typeface="Montserrat"/>
              <a:ea typeface="Montserrat"/>
              <a:cs typeface="Montserrat"/>
              <a:sym typeface="Montserrat"/>
            </a:endParaRPr>
          </a:p>
        </p:txBody>
      </p:sp>
      <p:sp>
        <p:nvSpPr>
          <p:cNvPr id="192" name="Google Shape;192;p25"/>
          <p:cNvSpPr txBox="1"/>
          <p:nvPr/>
        </p:nvSpPr>
        <p:spPr>
          <a:xfrm>
            <a:off x="531630" y="3065600"/>
            <a:ext cx="498300" cy="323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900">
                <a:latin typeface="Montserrat"/>
                <a:ea typeface="Montserrat"/>
                <a:cs typeface="Montserrat"/>
                <a:sym typeface="Montserrat"/>
              </a:rPr>
              <a:t>10</a:t>
            </a:r>
            <a:r>
              <a:rPr lang="en" sz="900">
                <a:latin typeface="Montserrat"/>
                <a:ea typeface="Montserrat"/>
                <a:cs typeface="Montserrat"/>
                <a:sym typeface="Montserrat"/>
              </a:rPr>
              <a:t>0</a:t>
            </a:r>
            <a:endParaRPr sz="900">
              <a:latin typeface="Montserrat"/>
              <a:ea typeface="Montserrat"/>
              <a:cs typeface="Montserrat"/>
              <a:sym typeface="Montserrat"/>
            </a:endParaRPr>
          </a:p>
        </p:txBody>
      </p:sp>
      <p:sp>
        <p:nvSpPr>
          <p:cNvPr id="193" name="Google Shape;193;p25"/>
          <p:cNvSpPr txBox="1"/>
          <p:nvPr/>
        </p:nvSpPr>
        <p:spPr>
          <a:xfrm>
            <a:off x="531630" y="2462975"/>
            <a:ext cx="498300" cy="323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900">
                <a:latin typeface="Montserrat"/>
                <a:ea typeface="Montserrat"/>
                <a:cs typeface="Montserrat"/>
                <a:sym typeface="Montserrat"/>
              </a:rPr>
              <a:t>20</a:t>
            </a:r>
            <a:r>
              <a:rPr lang="en" sz="900">
                <a:latin typeface="Montserrat"/>
                <a:ea typeface="Montserrat"/>
                <a:cs typeface="Montserrat"/>
                <a:sym typeface="Montserrat"/>
              </a:rPr>
              <a:t>0</a:t>
            </a:r>
            <a:endParaRPr sz="900">
              <a:latin typeface="Montserrat"/>
              <a:ea typeface="Montserrat"/>
              <a:cs typeface="Montserrat"/>
              <a:sym typeface="Montserrat"/>
            </a:endParaRPr>
          </a:p>
        </p:txBody>
      </p:sp>
      <p:sp>
        <p:nvSpPr>
          <p:cNvPr id="194" name="Google Shape;194;p25"/>
          <p:cNvSpPr txBox="1"/>
          <p:nvPr/>
        </p:nvSpPr>
        <p:spPr>
          <a:xfrm>
            <a:off x="531630" y="1860325"/>
            <a:ext cx="498300" cy="323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900">
                <a:latin typeface="Montserrat"/>
                <a:ea typeface="Montserrat"/>
                <a:cs typeface="Montserrat"/>
                <a:sym typeface="Montserrat"/>
              </a:rPr>
              <a:t>30</a:t>
            </a:r>
            <a:r>
              <a:rPr lang="en" sz="900">
                <a:latin typeface="Montserrat"/>
                <a:ea typeface="Montserrat"/>
                <a:cs typeface="Montserrat"/>
                <a:sym typeface="Montserrat"/>
              </a:rPr>
              <a:t>0</a:t>
            </a:r>
            <a:endParaRPr sz="900">
              <a:latin typeface="Montserrat"/>
              <a:ea typeface="Montserrat"/>
              <a:cs typeface="Montserrat"/>
              <a:sym typeface="Montserrat"/>
            </a:endParaRPr>
          </a:p>
        </p:txBody>
      </p:sp>
      <p:sp>
        <p:nvSpPr>
          <p:cNvPr id="195" name="Google Shape;195;p25"/>
          <p:cNvSpPr txBox="1"/>
          <p:nvPr/>
        </p:nvSpPr>
        <p:spPr>
          <a:xfrm>
            <a:off x="531630" y="1257675"/>
            <a:ext cx="498300" cy="323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sz="900">
                <a:latin typeface="Montserrat"/>
                <a:ea typeface="Montserrat"/>
                <a:cs typeface="Montserrat"/>
                <a:sym typeface="Montserrat"/>
              </a:rPr>
              <a:t>40</a:t>
            </a:r>
            <a:r>
              <a:rPr lang="en" sz="900">
                <a:latin typeface="Montserrat"/>
                <a:ea typeface="Montserrat"/>
                <a:cs typeface="Montserrat"/>
                <a:sym typeface="Montserrat"/>
              </a:rPr>
              <a:t>0</a:t>
            </a:r>
            <a:endParaRPr sz="900">
              <a:latin typeface="Montserrat"/>
              <a:ea typeface="Montserrat"/>
              <a:cs typeface="Montserrat"/>
              <a:sym typeface="Montserrat"/>
            </a:endParaRPr>
          </a:p>
        </p:txBody>
      </p:sp>
      <p:sp>
        <p:nvSpPr>
          <p:cNvPr id="196" name="Google Shape;196;p25"/>
          <p:cNvSpPr/>
          <p:nvPr/>
        </p:nvSpPr>
        <p:spPr>
          <a:xfrm rot="5400000">
            <a:off x="6220305" y="857010"/>
            <a:ext cx="318000" cy="2267700"/>
          </a:xfrm>
          <a:prstGeom prst="rect">
            <a:avLst/>
          </a:prstGeom>
          <a:solidFill>
            <a:srgbClr val="009F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25"/>
          <p:cNvSpPr/>
          <p:nvPr/>
        </p:nvSpPr>
        <p:spPr>
          <a:xfrm rot="5400000">
            <a:off x="6057830" y="1512651"/>
            <a:ext cx="318000" cy="1942800"/>
          </a:xfrm>
          <a:prstGeom prst="rect">
            <a:avLst/>
          </a:prstGeom>
          <a:solidFill>
            <a:srgbClr val="009F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25"/>
          <p:cNvSpPr/>
          <p:nvPr/>
        </p:nvSpPr>
        <p:spPr>
          <a:xfrm rot="5400000">
            <a:off x="6116555" y="1947043"/>
            <a:ext cx="318000" cy="2060400"/>
          </a:xfrm>
          <a:prstGeom prst="rect">
            <a:avLst/>
          </a:prstGeom>
          <a:solidFill>
            <a:srgbClr val="009F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25"/>
          <p:cNvSpPr/>
          <p:nvPr/>
        </p:nvSpPr>
        <p:spPr>
          <a:xfrm rot="5400000">
            <a:off x="5929855" y="2626835"/>
            <a:ext cx="318000" cy="1687200"/>
          </a:xfrm>
          <a:prstGeom prst="rect">
            <a:avLst/>
          </a:prstGeom>
          <a:solidFill>
            <a:srgbClr val="009F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00" name="Google Shape;200;p25"/>
          <p:cNvCxnSpPr/>
          <p:nvPr/>
        </p:nvCxnSpPr>
        <p:spPr>
          <a:xfrm>
            <a:off x="5252500" y="1724468"/>
            <a:ext cx="0" cy="2102400"/>
          </a:xfrm>
          <a:prstGeom prst="straightConnector1">
            <a:avLst/>
          </a:prstGeom>
          <a:noFill/>
          <a:ln cap="flat" cmpd="sng" w="9525">
            <a:solidFill>
              <a:schemeClr val="dk2"/>
            </a:solidFill>
            <a:prstDash val="solid"/>
            <a:round/>
            <a:headEnd len="med" w="med" type="none"/>
            <a:tailEnd len="med" w="med" type="none"/>
          </a:ln>
        </p:spPr>
      </p:cxnSp>
      <p:cxnSp>
        <p:nvCxnSpPr>
          <p:cNvPr id="201" name="Google Shape;201;p25"/>
          <p:cNvCxnSpPr/>
          <p:nvPr/>
        </p:nvCxnSpPr>
        <p:spPr>
          <a:xfrm>
            <a:off x="5253975" y="3823450"/>
            <a:ext cx="2413200" cy="0"/>
          </a:xfrm>
          <a:prstGeom prst="straightConnector1">
            <a:avLst/>
          </a:prstGeom>
          <a:noFill/>
          <a:ln cap="flat" cmpd="sng" w="9525">
            <a:solidFill>
              <a:schemeClr val="dk2"/>
            </a:solidFill>
            <a:prstDash val="solid"/>
            <a:round/>
            <a:headEnd len="med" w="med" type="none"/>
            <a:tailEnd len="med" w="med" type="none"/>
          </a:ln>
        </p:spPr>
      </p:cxnSp>
      <p:cxnSp>
        <p:nvCxnSpPr>
          <p:cNvPr id="202" name="Google Shape;202;p25"/>
          <p:cNvCxnSpPr/>
          <p:nvPr/>
        </p:nvCxnSpPr>
        <p:spPr>
          <a:xfrm rot="5400000">
            <a:off x="5489927" y="3887677"/>
            <a:ext cx="127800" cy="0"/>
          </a:xfrm>
          <a:prstGeom prst="straightConnector1">
            <a:avLst/>
          </a:prstGeom>
          <a:noFill/>
          <a:ln cap="flat" cmpd="sng" w="9525">
            <a:solidFill>
              <a:schemeClr val="dk2"/>
            </a:solidFill>
            <a:prstDash val="solid"/>
            <a:round/>
            <a:headEnd len="med" w="med" type="none"/>
            <a:tailEnd len="med" w="med" type="none"/>
          </a:ln>
        </p:spPr>
      </p:cxnSp>
      <p:cxnSp>
        <p:nvCxnSpPr>
          <p:cNvPr id="203" name="Google Shape;203;p25"/>
          <p:cNvCxnSpPr/>
          <p:nvPr/>
        </p:nvCxnSpPr>
        <p:spPr>
          <a:xfrm rot="5400000">
            <a:off x="5791249" y="3887677"/>
            <a:ext cx="127800" cy="0"/>
          </a:xfrm>
          <a:prstGeom prst="straightConnector1">
            <a:avLst/>
          </a:prstGeom>
          <a:noFill/>
          <a:ln cap="flat" cmpd="sng" w="9525">
            <a:solidFill>
              <a:schemeClr val="dk2"/>
            </a:solidFill>
            <a:prstDash val="solid"/>
            <a:round/>
            <a:headEnd len="med" w="med" type="none"/>
            <a:tailEnd len="med" w="med" type="none"/>
          </a:ln>
        </p:spPr>
      </p:cxnSp>
      <p:cxnSp>
        <p:nvCxnSpPr>
          <p:cNvPr id="204" name="Google Shape;204;p25"/>
          <p:cNvCxnSpPr/>
          <p:nvPr/>
        </p:nvCxnSpPr>
        <p:spPr>
          <a:xfrm rot="5400000">
            <a:off x="6092571" y="3887677"/>
            <a:ext cx="127800" cy="0"/>
          </a:xfrm>
          <a:prstGeom prst="straightConnector1">
            <a:avLst/>
          </a:prstGeom>
          <a:noFill/>
          <a:ln cap="flat" cmpd="sng" w="9525">
            <a:solidFill>
              <a:schemeClr val="dk2"/>
            </a:solidFill>
            <a:prstDash val="solid"/>
            <a:round/>
            <a:headEnd len="med" w="med" type="none"/>
            <a:tailEnd len="med" w="med" type="none"/>
          </a:ln>
        </p:spPr>
      </p:cxnSp>
      <p:cxnSp>
        <p:nvCxnSpPr>
          <p:cNvPr id="205" name="Google Shape;205;p25"/>
          <p:cNvCxnSpPr/>
          <p:nvPr/>
        </p:nvCxnSpPr>
        <p:spPr>
          <a:xfrm rot="5400000">
            <a:off x="6393892" y="3887677"/>
            <a:ext cx="127800" cy="0"/>
          </a:xfrm>
          <a:prstGeom prst="straightConnector1">
            <a:avLst/>
          </a:prstGeom>
          <a:noFill/>
          <a:ln cap="flat" cmpd="sng" w="9525">
            <a:solidFill>
              <a:schemeClr val="dk2"/>
            </a:solidFill>
            <a:prstDash val="solid"/>
            <a:round/>
            <a:headEnd len="med" w="med" type="none"/>
            <a:tailEnd len="med" w="med" type="none"/>
          </a:ln>
        </p:spPr>
      </p:cxnSp>
      <p:cxnSp>
        <p:nvCxnSpPr>
          <p:cNvPr id="206" name="Google Shape;206;p25"/>
          <p:cNvCxnSpPr/>
          <p:nvPr/>
        </p:nvCxnSpPr>
        <p:spPr>
          <a:xfrm rot="5400000">
            <a:off x="6695214" y="3887677"/>
            <a:ext cx="127800" cy="0"/>
          </a:xfrm>
          <a:prstGeom prst="straightConnector1">
            <a:avLst/>
          </a:prstGeom>
          <a:noFill/>
          <a:ln cap="flat" cmpd="sng" w="9525">
            <a:solidFill>
              <a:schemeClr val="dk2"/>
            </a:solidFill>
            <a:prstDash val="solid"/>
            <a:round/>
            <a:headEnd len="med" w="med" type="none"/>
            <a:tailEnd len="med" w="med" type="none"/>
          </a:ln>
        </p:spPr>
      </p:cxnSp>
      <p:cxnSp>
        <p:nvCxnSpPr>
          <p:cNvPr id="207" name="Google Shape;207;p25"/>
          <p:cNvCxnSpPr/>
          <p:nvPr/>
        </p:nvCxnSpPr>
        <p:spPr>
          <a:xfrm rot="5400000">
            <a:off x="6996536" y="3887677"/>
            <a:ext cx="127800" cy="0"/>
          </a:xfrm>
          <a:prstGeom prst="straightConnector1">
            <a:avLst/>
          </a:prstGeom>
          <a:noFill/>
          <a:ln cap="flat" cmpd="sng" w="9525">
            <a:solidFill>
              <a:schemeClr val="dk2"/>
            </a:solidFill>
            <a:prstDash val="solid"/>
            <a:round/>
            <a:headEnd len="med" w="med" type="none"/>
            <a:tailEnd len="med" w="med" type="none"/>
          </a:ln>
        </p:spPr>
      </p:cxnSp>
      <p:cxnSp>
        <p:nvCxnSpPr>
          <p:cNvPr id="208" name="Google Shape;208;p25"/>
          <p:cNvCxnSpPr/>
          <p:nvPr/>
        </p:nvCxnSpPr>
        <p:spPr>
          <a:xfrm rot="5400000">
            <a:off x="7297858" y="3887677"/>
            <a:ext cx="127800" cy="0"/>
          </a:xfrm>
          <a:prstGeom prst="straightConnector1">
            <a:avLst/>
          </a:prstGeom>
          <a:noFill/>
          <a:ln cap="flat" cmpd="sng" w="9525">
            <a:solidFill>
              <a:schemeClr val="dk2"/>
            </a:solidFill>
            <a:prstDash val="solid"/>
            <a:round/>
            <a:headEnd len="med" w="med" type="none"/>
            <a:tailEnd len="med" w="med" type="none"/>
          </a:ln>
        </p:spPr>
      </p:cxnSp>
      <p:cxnSp>
        <p:nvCxnSpPr>
          <p:cNvPr id="209" name="Google Shape;209;p25"/>
          <p:cNvCxnSpPr/>
          <p:nvPr/>
        </p:nvCxnSpPr>
        <p:spPr>
          <a:xfrm rot="5400000">
            <a:off x="7599180" y="3887677"/>
            <a:ext cx="127800" cy="0"/>
          </a:xfrm>
          <a:prstGeom prst="straightConnector1">
            <a:avLst/>
          </a:prstGeom>
          <a:noFill/>
          <a:ln cap="flat" cmpd="sng" w="9525">
            <a:solidFill>
              <a:schemeClr val="dk2"/>
            </a:solidFill>
            <a:prstDash val="solid"/>
            <a:round/>
            <a:headEnd len="med" w="med" type="none"/>
            <a:tailEnd len="med" w="med" type="none"/>
          </a:ln>
        </p:spPr>
      </p:cxnSp>
      <p:sp>
        <p:nvSpPr>
          <p:cNvPr id="210" name="Google Shape;210;p25"/>
          <p:cNvSpPr txBox="1"/>
          <p:nvPr/>
        </p:nvSpPr>
        <p:spPr>
          <a:xfrm>
            <a:off x="5021010" y="3903247"/>
            <a:ext cx="498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latin typeface="Montserrat"/>
                <a:ea typeface="Montserrat"/>
                <a:cs typeface="Montserrat"/>
                <a:sym typeface="Montserrat"/>
              </a:rPr>
              <a:t>0</a:t>
            </a:r>
            <a:endParaRPr sz="900">
              <a:latin typeface="Montserrat"/>
              <a:ea typeface="Montserrat"/>
              <a:cs typeface="Montserrat"/>
              <a:sym typeface="Montserrat"/>
            </a:endParaRPr>
          </a:p>
        </p:txBody>
      </p:sp>
      <p:sp>
        <p:nvSpPr>
          <p:cNvPr id="211" name="Google Shape;211;p25"/>
          <p:cNvSpPr txBox="1"/>
          <p:nvPr/>
        </p:nvSpPr>
        <p:spPr>
          <a:xfrm>
            <a:off x="5623660" y="3903247"/>
            <a:ext cx="498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latin typeface="Montserrat"/>
                <a:ea typeface="Montserrat"/>
                <a:cs typeface="Montserrat"/>
                <a:sym typeface="Montserrat"/>
              </a:rPr>
              <a:t>100</a:t>
            </a:r>
            <a:endParaRPr sz="900">
              <a:latin typeface="Montserrat"/>
              <a:ea typeface="Montserrat"/>
              <a:cs typeface="Montserrat"/>
              <a:sym typeface="Montserrat"/>
            </a:endParaRPr>
          </a:p>
        </p:txBody>
      </p:sp>
      <p:sp>
        <p:nvSpPr>
          <p:cNvPr id="212" name="Google Shape;212;p25"/>
          <p:cNvSpPr txBox="1"/>
          <p:nvPr/>
        </p:nvSpPr>
        <p:spPr>
          <a:xfrm>
            <a:off x="6226297" y="3903247"/>
            <a:ext cx="498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latin typeface="Montserrat"/>
                <a:ea typeface="Montserrat"/>
                <a:cs typeface="Montserrat"/>
                <a:sym typeface="Montserrat"/>
              </a:rPr>
              <a:t>200</a:t>
            </a:r>
            <a:endParaRPr sz="900">
              <a:latin typeface="Montserrat"/>
              <a:ea typeface="Montserrat"/>
              <a:cs typeface="Montserrat"/>
              <a:sym typeface="Montserrat"/>
            </a:endParaRPr>
          </a:p>
        </p:txBody>
      </p:sp>
      <p:sp>
        <p:nvSpPr>
          <p:cNvPr id="213" name="Google Shape;213;p25"/>
          <p:cNvSpPr txBox="1"/>
          <p:nvPr/>
        </p:nvSpPr>
        <p:spPr>
          <a:xfrm>
            <a:off x="6828922" y="3903247"/>
            <a:ext cx="498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latin typeface="Montserrat"/>
                <a:ea typeface="Montserrat"/>
                <a:cs typeface="Montserrat"/>
                <a:sym typeface="Montserrat"/>
              </a:rPr>
              <a:t>300</a:t>
            </a:r>
            <a:endParaRPr sz="900">
              <a:latin typeface="Montserrat"/>
              <a:ea typeface="Montserrat"/>
              <a:cs typeface="Montserrat"/>
              <a:sym typeface="Montserrat"/>
            </a:endParaRPr>
          </a:p>
        </p:txBody>
      </p:sp>
      <p:sp>
        <p:nvSpPr>
          <p:cNvPr id="214" name="Google Shape;214;p25"/>
          <p:cNvSpPr txBox="1"/>
          <p:nvPr/>
        </p:nvSpPr>
        <p:spPr>
          <a:xfrm>
            <a:off x="7431547" y="3903247"/>
            <a:ext cx="498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latin typeface="Montserrat"/>
                <a:ea typeface="Montserrat"/>
                <a:cs typeface="Montserrat"/>
                <a:sym typeface="Montserrat"/>
              </a:rPr>
              <a:t>400</a:t>
            </a:r>
            <a:endParaRPr sz="900">
              <a:latin typeface="Montserrat"/>
              <a:ea typeface="Montserrat"/>
              <a:cs typeface="Montserrat"/>
              <a:sym typeface="Montserrat"/>
            </a:endParaRPr>
          </a:p>
        </p:txBody>
      </p:sp>
      <p:cxnSp>
        <p:nvCxnSpPr>
          <p:cNvPr id="215" name="Google Shape;215;p25"/>
          <p:cNvCxnSpPr/>
          <p:nvPr/>
        </p:nvCxnSpPr>
        <p:spPr>
          <a:xfrm rot="5400000">
            <a:off x="5188602" y="3887677"/>
            <a:ext cx="127800" cy="0"/>
          </a:xfrm>
          <a:prstGeom prst="straightConnector1">
            <a:avLst/>
          </a:prstGeom>
          <a:noFill/>
          <a:ln cap="flat" cmpd="sng" w="9525">
            <a:solidFill>
              <a:schemeClr val="dk2"/>
            </a:solidFill>
            <a:prstDash val="solid"/>
            <a:round/>
            <a:headEnd len="med" w="med" type="none"/>
            <a:tailEnd len="med" w="med" type="none"/>
          </a:ln>
        </p:spPr>
      </p:cxnSp>
      <p:sp>
        <p:nvSpPr>
          <p:cNvPr id="216" name="Google Shape;216;p25"/>
          <p:cNvSpPr txBox="1"/>
          <p:nvPr/>
        </p:nvSpPr>
        <p:spPr>
          <a:xfrm>
            <a:off x="4762960" y="3318326"/>
            <a:ext cx="498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latin typeface="Montserrat"/>
                <a:ea typeface="Montserrat"/>
                <a:cs typeface="Montserrat"/>
                <a:sym typeface="Montserrat"/>
              </a:rPr>
              <a:t>Q4</a:t>
            </a:r>
            <a:endParaRPr sz="900">
              <a:latin typeface="Montserrat"/>
              <a:ea typeface="Montserrat"/>
              <a:cs typeface="Montserrat"/>
              <a:sym typeface="Montserrat"/>
            </a:endParaRPr>
          </a:p>
        </p:txBody>
      </p:sp>
      <p:sp>
        <p:nvSpPr>
          <p:cNvPr id="217" name="Google Shape;217;p25"/>
          <p:cNvSpPr txBox="1"/>
          <p:nvPr/>
        </p:nvSpPr>
        <p:spPr>
          <a:xfrm>
            <a:off x="4762960" y="2815688"/>
            <a:ext cx="498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latin typeface="Montserrat"/>
                <a:ea typeface="Montserrat"/>
                <a:cs typeface="Montserrat"/>
                <a:sym typeface="Montserrat"/>
              </a:rPr>
              <a:t>Q3</a:t>
            </a:r>
            <a:endParaRPr sz="900">
              <a:latin typeface="Montserrat"/>
              <a:ea typeface="Montserrat"/>
              <a:cs typeface="Montserrat"/>
              <a:sym typeface="Montserrat"/>
            </a:endParaRPr>
          </a:p>
        </p:txBody>
      </p:sp>
      <p:sp>
        <p:nvSpPr>
          <p:cNvPr id="218" name="Google Shape;218;p25"/>
          <p:cNvSpPr txBox="1"/>
          <p:nvPr/>
        </p:nvSpPr>
        <p:spPr>
          <a:xfrm>
            <a:off x="4762960" y="2322501"/>
            <a:ext cx="498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latin typeface="Montserrat"/>
                <a:ea typeface="Montserrat"/>
                <a:cs typeface="Montserrat"/>
                <a:sym typeface="Montserrat"/>
              </a:rPr>
              <a:t>Q2</a:t>
            </a:r>
            <a:endParaRPr sz="900">
              <a:latin typeface="Montserrat"/>
              <a:ea typeface="Montserrat"/>
              <a:cs typeface="Montserrat"/>
              <a:sym typeface="Montserrat"/>
            </a:endParaRPr>
          </a:p>
        </p:txBody>
      </p:sp>
      <p:sp>
        <p:nvSpPr>
          <p:cNvPr id="219" name="Google Shape;219;p25"/>
          <p:cNvSpPr txBox="1"/>
          <p:nvPr/>
        </p:nvSpPr>
        <p:spPr>
          <a:xfrm>
            <a:off x="4762960" y="1826751"/>
            <a:ext cx="4983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latin typeface="Montserrat"/>
                <a:ea typeface="Montserrat"/>
                <a:cs typeface="Montserrat"/>
                <a:sym typeface="Montserrat"/>
              </a:rPr>
              <a:t>Q1</a:t>
            </a:r>
            <a:endParaRPr sz="900">
              <a:latin typeface="Montserrat"/>
              <a:ea typeface="Montserrat"/>
              <a:cs typeface="Montserrat"/>
              <a:sym typeface="Montserrat"/>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26"/>
          <p:cNvSpPr/>
          <p:nvPr/>
        </p:nvSpPr>
        <p:spPr>
          <a:xfrm>
            <a:off x="2834193" y="1805626"/>
            <a:ext cx="2115300" cy="1257900"/>
          </a:xfrm>
          <a:prstGeom prst="rect">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26"/>
          <p:cNvSpPr txBox="1"/>
          <p:nvPr/>
        </p:nvSpPr>
        <p:spPr>
          <a:xfrm>
            <a:off x="2819971" y="2768225"/>
            <a:ext cx="483900" cy="319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rgbClr val="000000"/>
              </a:buClr>
              <a:buSzPts val="1100"/>
              <a:buFont typeface="Arial"/>
              <a:buNone/>
            </a:pPr>
            <a:r>
              <a:rPr lang="en" sz="900">
                <a:solidFill>
                  <a:srgbClr val="B7B7B7"/>
                </a:solidFill>
                <a:latin typeface="Montserrat ExtraBold"/>
                <a:ea typeface="Montserrat ExtraBold"/>
                <a:cs typeface="Montserrat ExtraBold"/>
                <a:sym typeface="Montserrat ExtraBold"/>
              </a:rPr>
              <a:t>Q3</a:t>
            </a:r>
            <a:endParaRPr sz="900">
              <a:solidFill>
                <a:srgbClr val="B7B7B7"/>
              </a:solidFill>
              <a:latin typeface="Montserrat ExtraBold"/>
              <a:ea typeface="Montserrat ExtraBold"/>
              <a:cs typeface="Montserrat ExtraBold"/>
              <a:sym typeface="Montserrat ExtraBold"/>
            </a:endParaRPr>
          </a:p>
        </p:txBody>
      </p:sp>
      <p:grpSp>
        <p:nvGrpSpPr>
          <p:cNvPr id="226" name="Google Shape;226;p26"/>
          <p:cNvGrpSpPr/>
          <p:nvPr/>
        </p:nvGrpSpPr>
        <p:grpSpPr>
          <a:xfrm>
            <a:off x="720215" y="3868974"/>
            <a:ext cx="189428" cy="189451"/>
            <a:chOff x="6149437" y="4370700"/>
            <a:chExt cx="230700" cy="230700"/>
          </a:xfrm>
        </p:grpSpPr>
        <p:sp>
          <p:nvSpPr>
            <p:cNvPr id="227" name="Google Shape;227;p26"/>
            <p:cNvSpPr/>
            <p:nvPr/>
          </p:nvSpPr>
          <p:spPr>
            <a:xfrm>
              <a:off x="6149437" y="4370700"/>
              <a:ext cx="230700" cy="230700"/>
            </a:xfrm>
            <a:prstGeom prst="ellipse">
              <a:avLst/>
            </a:prstGeom>
            <a:solidFill>
              <a:srgbClr val="FAFAFA"/>
            </a:solidFill>
            <a:ln cap="flat" cmpd="sng" w="19050">
              <a:solidFill>
                <a:srgbClr val="009FD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solidFill>
                  <a:srgbClr val="FFFFFF"/>
                </a:solidFill>
              </a:endParaRPr>
            </a:p>
          </p:txBody>
        </p:sp>
        <p:sp>
          <p:nvSpPr>
            <p:cNvPr id="228" name="Google Shape;228;p26"/>
            <p:cNvSpPr/>
            <p:nvPr/>
          </p:nvSpPr>
          <p:spPr>
            <a:xfrm>
              <a:off x="6191893" y="4411786"/>
              <a:ext cx="145800" cy="145800"/>
            </a:xfrm>
            <a:prstGeom prst="ellipse">
              <a:avLst/>
            </a:prstGeom>
            <a:solidFill>
              <a:srgbClr val="009FD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solidFill>
                  <a:srgbClr val="FFFFFF"/>
                </a:solidFill>
              </a:endParaRPr>
            </a:p>
          </p:txBody>
        </p:sp>
      </p:grpSp>
      <p:sp>
        <p:nvSpPr>
          <p:cNvPr id="229" name="Google Shape;229;p26"/>
          <p:cNvSpPr/>
          <p:nvPr/>
        </p:nvSpPr>
        <p:spPr>
          <a:xfrm>
            <a:off x="747778" y="3363221"/>
            <a:ext cx="133200" cy="133200"/>
          </a:xfrm>
          <a:prstGeom prst="diamond">
            <a:avLst/>
          </a:prstGeom>
          <a:solidFill>
            <a:srgbClr val="FEBE1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p>
        </p:txBody>
      </p:sp>
      <p:sp>
        <p:nvSpPr>
          <p:cNvPr id="230" name="Google Shape;230;p26"/>
          <p:cNvSpPr txBox="1"/>
          <p:nvPr/>
        </p:nvSpPr>
        <p:spPr>
          <a:xfrm rot="-527">
            <a:off x="954625" y="3271182"/>
            <a:ext cx="1958700" cy="23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accent1"/>
                </a:solidFill>
                <a:latin typeface="Montserrat ExtraBold"/>
                <a:ea typeface="Montserrat ExtraBold"/>
                <a:cs typeface="Montserrat ExtraBold"/>
                <a:sym typeface="Montserrat ExtraBold"/>
              </a:rPr>
              <a:t>OKR Scorecard Review</a:t>
            </a:r>
            <a:endParaRPr sz="900">
              <a:solidFill>
                <a:schemeClr val="accent1"/>
              </a:solidFill>
              <a:latin typeface="Montserrat ExtraBold"/>
              <a:ea typeface="Montserrat ExtraBold"/>
              <a:cs typeface="Montserrat ExtraBold"/>
              <a:sym typeface="Montserrat ExtraBold"/>
            </a:endParaRPr>
          </a:p>
        </p:txBody>
      </p:sp>
      <p:sp>
        <p:nvSpPr>
          <p:cNvPr id="231" name="Google Shape;231;p26"/>
          <p:cNvSpPr txBox="1"/>
          <p:nvPr/>
        </p:nvSpPr>
        <p:spPr>
          <a:xfrm>
            <a:off x="4100370" y="2003075"/>
            <a:ext cx="763500" cy="3978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rgbClr val="000000"/>
              </a:buClr>
              <a:buSzPts val="1100"/>
              <a:buFont typeface="Arial"/>
              <a:buNone/>
            </a:pPr>
            <a:r>
              <a:rPr lang="en" sz="800">
                <a:solidFill>
                  <a:srgbClr val="009FD9"/>
                </a:solidFill>
                <a:latin typeface="Montserrat ExtraBold"/>
                <a:ea typeface="Montserrat ExtraBold"/>
                <a:cs typeface="Montserrat ExtraBold"/>
                <a:sym typeface="Montserrat ExtraBold"/>
              </a:rPr>
              <a:t>9/21 </a:t>
            </a:r>
            <a:endParaRPr sz="800">
              <a:solidFill>
                <a:srgbClr val="009FD9"/>
              </a:solidFill>
              <a:latin typeface="Montserrat ExtraBold"/>
              <a:ea typeface="Montserrat ExtraBold"/>
              <a:cs typeface="Montserrat ExtraBold"/>
              <a:sym typeface="Montserrat ExtraBold"/>
            </a:endParaRPr>
          </a:p>
          <a:p>
            <a:pPr indent="0" lvl="0" marL="0" rtl="0" algn="ctr">
              <a:lnSpc>
                <a:spcPct val="100000"/>
              </a:lnSpc>
              <a:spcBef>
                <a:spcPts val="0"/>
              </a:spcBef>
              <a:spcAft>
                <a:spcPts val="0"/>
              </a:spcAft>
              <a:buClr>
                <a:srgbClr val="000000"/>
              </a:buClr>
              <a:buSzPts val="1100"/>
              <a:buFont typeface="Arial"/>
              <a:buNone/>
            </a:pPr>
            <a:r>
              <a:rPr lang="en" sz="800">
                <a:solidFill>
                  <a:srgbClr val="009FD9"/>
                </a:solidFill>
                <a:latin typeface="Montserrat ExtraBold"/>
                <a:ea typeface="Montserrat ExtraBold"/>
                <a:cs typeface="Montserrat ExtraBold"/>
                <a:sym typeface="Montserrat ExtraBold"/>
              </a:rPr>
              <a:t>Q3 Review</a:t>
            </a:r>
            <a:endParaRPr sz="800">
              <a:solidFill>
                <a:srgbClr val="FEBE14"/>
              </a:solidFill>
              <a:latin typeface="Montserrat ExtraBold"/>
              <a:ea typeface="Montserrat ExtraBold"/>
              <a:cs typeface="Montserrat ExtraBold"/>
              <a:sym typeface="Montserrat ExtraBold"/>
            </a:endParaRPr>
          </a:p>
        </p:txBody>
      </p:sp>
      <p:sp>
        <p:nvSpPr>
          <p:cNvPr id="232" name="Google Shape;232;p26"/>
          <p:cNvSpPr/>
          <p:nvPr/>
        </p:nvSpPr>
        <p:spPr>
          <a:xfrm>
            <a:off x="747778" y="3624393"/>
            <a:ext cx="133200" cy="133200"/>
          </a:xfrm>
          <a:prstGeom prst="diamond">
            <a:avLst/>
          </a:prstGeom>
          <a:solidFill>
            <a:srgbClr val="5968E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p>
        </p:txBody>
      </p:sp>
      <p:cxnSp>
        <p:nvCxnSpPr>
          <p:cNvPr id="233" name="Google Shape;233;p26"/>
          <p:cNvCxnSpPr/>
          <p:nvPr/>
        </p:nvCxnSpPr>
        <p:spPr>
          <a:xfrm>
            <a:off x="3303760" y="2514152"/>
            <a:ext cx="1265100" cy="900"/>
          </a:xfrm>
          <a:prstGeom prst="straightConnector1">
            <a:avLst/>
          </a:prstGeom>
          <a:noFill/>
          <a:ln cap="flat" cmpd="sng" w="19050">
            <a:solidFill>
              <a:srgbClr val="CCCCCC"/>
            </a:solidFill>
            <a:prstDash val="solid"/>
            <a:round/>
            <a:headEnd len="med" w="med" type="none"/>
            <a:tailEnd len="med" w="med" type="none"/>
          </a:ln>
        </p:spPr>
      </p:cxnSp>
      <p:grpSp>
        <p:nvGrpSpPr>
          <p:cNvPr id="234" name="Google Shape;234;p26"/>
          <p:cNvGrpSpPr/>
          <p:nvPr/>
        </p:nvGrpSpPr>
        <p:grpSpPr>
          <a:xfrm>
            <a:off x="4374009" y="2401414"/>
            <a:ext cx="230700" cy="230700"/>
            <a:chOff x="6149437" y="4370700"/>
            <a:chExt cx="230700" cy="230700"/>
          </a:xfrm>
        </p:grpSpPr>
        <p:sp>
          <p:nvSpPr>
            <p:cNvPr id="235" name="Google Shape;235;p26"/>
            <p:cNvSpPr/>
            <p:nvPr/>
          </p:nvSpPr>
          <p:spPr>
            <a:xfrm>
              <a:off x="6149437" y="4370700"/>
              <a:ext cx="230700" cy="230700"/>
            </a:xfrm>
            <a:prstGeom prst="ellipse">
              <a:avLst/>
            </a:prstGeom>
            <a:solidFill>
              <a:srgbClr val="FAFAFA"/>
            </a:solidFill>
            <a:ln cap="flat" cmpd="sng" w="19050">
              <a:solidFill>
                <a:srgbClr val="009F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sp>
          <p:nvSpPr>
            <p:cNvPr id="236" name="Google Shape;236;p26"/>
            <p:cNvSpPr/>
            <p:nvPr/>
          </p:nvSpPr>
          <p:spPr>
            <a:xfrm>
              <a:off x="6191893" y="4411786"/>
              <a:ext cx="145800" cy="145800"/>
            </a:xfrm>
            <a:prstGeom prst="ellipse">
              <a:avLst/>
            </a:prstGeom>
            <a:solidFill>
              <a:srgbClr val="009F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grpSp>
      <p:sp>
        <p:nvSpPr>
          <p:cNvPr id="237" name="Google Shape;237;p26"/>
          <p:cNvSpPr/>
          <p:nvPr/>
        </p:nvSpPr>
        <p:spPr>
          <a:xfrm>
            <a:off x="3600117" y="2454898"/>
            <a:ext cx="133200" cy="133200"/>
          </a:xfrm>
          <a:prstGeom prst="diamond">
            <a:avLst/>
          </a:prstGeom>
          <a:solidFill>
            <a:srgbClr val="FEBE1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26"/>
          <p:cNvSpPr/>
          <p:nvPr/>
        </p:nvSpPr>
        <p:spPr>
          <a:xfrm>
            <a:off x="3996404" y="2454898"/>
            <a:ext cx="133200" cy="133200"/>
          </a:xfrm>
          <a:prstGeom prst="diamond">
            <a:avLst/>
          </a:prstGeom>
          <a:solidFill>
            <a:srgbClr val="FEBE1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26"/>
          <p:cNvSpPr txBox="1"/>
          <p:nvPr/>
        </p:nvSpPr>
        <p:spPr>
          <a:xfrm>
            <a:off x="2911519" y="2003075"/>
            <a:ext cx="763500" cy="39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800">
                <a:solidFill>
                  <a:srgbClr val="5968E2"/>
                </a:solidFill>
                <a:latin typeface="Montserrat ExtraBold"/>
                <a:ea typeface="Montserrat ExtraBold"/>
                <a:cs typeface="Montserrat ExtraBold"/>
                <a:sym typeface="Montserrat ExtraBold"/>
              </a:rPr>
              <a:t>7/16 </a:t>
            </a:r>
            <a:endParaRPr sz="800">
              <a:solidFill>
                <a:srgbClr val="5968E2"/>
              </a:solidFill>
              <a:latin typeface="Montserrat ExtraBold"/>
              <a:ea typeface="Montserrat ExtraBold"/>
              <a:cs typeface="Montserrat ExtraBold"/>
              <a:sym typeface="Montserrat ExtraBold"/>
            </a:endParaRPr>
          </a:p>
          <a:p>
            <a:pPr indent="0" lvl="0" marL="0" rtl="0" algn="ctr">
              <a:spcBef>
                <a:spcPts val="0"/>
              </a:spcBef>
              <a:spcAft>
                <a:spcPts val="0"/>
              </a:spcAft>
              <a:buClr>
                <a:schemeClr val="dk1"/>
              </a:buClr>
              <a:buSzPts val="1100"/>
              <a:buFont typeface="Arial"/>
              <a:buNone/>
            </a:pPr>
            <a:r>
              <a:rPr lang="en" sz="800">
                <a:solidFill>
                  <a:srgbClr val="5968E2"/>
                </a:solidFill>
                <a:latin typeface="Montserrat ExtraBold"/>
                <a:ea typeface="Montserrat ExtraBold"/>
                <a:cs typeface="Montserrat ExtraBold"/>
                <a:sym typeface="Montserrat ExtraBold"/>
              </a:rPr>
              <a:t>Q3 OKRs</a:t>
            </a:r>
            <a:endParaRPr sz="800">
              <a:solidFill>
                <a:srgbClr val="5968E2"/>
              </a:solidFill>
              <a:latin typeface="Montserrat ExtraBold"/>
              <a:ea typeface="Montserrat ExtraBold"/>
              <a:cs typeface="Montserrat ExtraBold"/>
              <a:sym typeface="Montserrat ExtraBold"/>
            </a:endParaRPr>
          </a:p>
          <a:p>
            <a:pPr indent="0" lvl="0" marL="0" rtl="0" algn="ctr">
              <a:lnSpc>
                <a:spcPct val="100000"/>
              </a:lnSpc>
              <a:spcBef>
                <a:spcPts val="0"/>
              </a:spcBef>
              <a:spcAft>
                <a:spcPts val="0"/>
              </a:spcAft>
              <a:buClr>
                <a:srgbClr val="000000"/>
              </a:buClr>
              <a:buSzPts val="1100"/>
              <a:buFont typeface="Arial"/>
              <a:buNone/>
            </a:pPr>
            <a:r>
              <a:t/>
            </a:r>
            <a:endParaRPr sz="800">
              <a:solidFill>
                <a:srgbClr val="009FD9"/>
              </a:solidFill>
              <a:latin typeface="Montserrat ExtraBold"/>
              <a:ea typeface="Montserrat ExtraBold"/>
              <a:cs typeface="Montserrat ExtraBold"/>
              <a:sym typeface="Montserrat ExtraBold"/>
            </a:endParaRPr>
          </a:p>
        </p:txBody>
      </p:sp>
      <p:sp>
        <p:nvSpPr>
          <p:cNvPr id="240" name="Google Shape;240;p26"/>
          <p:cNvSpPr/>
          <p:nvPr/>
        </p:nvSpPr>
        <p:spPr>
          <a:xfrm>
            <a:off x="714646" y="1805626"/>
            <a:ext cx="2115300" cy="1257900"/>
          </a:xfrm>
          <a:prstGeom prst="rect">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26"/>
          <p:cNvSpPr txBox="1"/>
          <p:nvPr/>
        </p:nvSpPr>
        <p:spPr>
          <a:xfrm>
            <a:off x="700422" y="2768225"/>
            <a:ext cx="483900" cy="319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rgbClr val="000000"/>
              </a:buClr>
              <a:buSzPts val="1100"/>
              <a:buFont typeface="Arial"/>
              <a:buNone/>
            </a:pPr>
            <a:r>
              <a:rPr lang="en" sz="900">
                <a:solidFill>
                  <a:srgbClr val="B7B7B7"/>
                </a:solidFill>
                <a:latin typeface="Montserrat ExtraBold"/>
                <a:ea typeface="Montserrat ExtraBold"/>
                <a:cs typeface="Montserrat ExtraBold"/>
                <a:sym typeface="Montserrat ExtraBold"/>
              </a:rPr>
              <a:t>Q2</a:t>
            </a:r>
            <a:endParaRPr sz="900">
              <a:solidFill>
                <a:srgbClr val="B7B7B7"/>
              </a:solidFill>
              <a:latin typeface="Montserrat ExtraBold"/>
              <a:ea typeface="Montserrat ExtraBold"/>
              <a:cs typeface="Montserrat ExtraBold"/>
              <a:sym typeface="Montserrat ExtraBold"/>
            </a:endParaRPr>
          </a:p>
        </p:txBody>
      </p:sp>
      <p:sp>
        <p:nvSpPr>
          <p:cNvPr id="242" name="Google Shape;242;p26"/>
          <p:cNvSpPr txBox="1"/>
          <p:nvPr/>
        </p:nvSpPr>
        <p:spPr>
          <a:xfrm>
            <a:off x="1980823" y="2003075"/>
            <a:ext cx="763500" cy="3978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rgbClr val="000000"/>
              </a:buClr>
              <a:buSzPts val="1100"/>
              <a:buFont typeface="Arial"/>
              <a:buNone/>
            </a:pPr>
            <a:r>
              <a:rPr lang="en" sz="800">
                <a:solidFill>
                  <a:srgbClr val="009FD9"/>
                </a:solidFill>
                <a:latin typeface="Montserrat ExtraBold"/>
                <a:ea typeface="Montserrat ExtraBold"/>
                <a:cs typeface="Montserrat ExtraBold"/>
                <a:sym typeface="Montserrat ExtraBold"/>
              </a:rPr>
              <a:t>6/22 </a:t>
            </a:r>
            <a:endParaRPr sz="800">
              <a:solidFill>
                <a:srgbClr val="009FD9"/>
              </a:solidFill>
              <a:latin typeface="Montserrat ExtraBold"/>
              <a:ea typeface="Montserrat ExtraBold"/>
              <a:cs typeface="Montserrat ExtraBold"/>
              <a:sym typeface="Montserrat ExtraBold"/>
            </a:endParaRPr>
          </a:p>
          <a:p>
            <a:pPr indent="0" lvl="0" marL="0" rtl="0" algn="ctr">
              <a:lnSpc>
                <a:spcPct val="100000"/>
              </a:lnSpc>
              <a:spcBef>
                <a:spcPts val="0"/>
              </a:spcBef>
              <a:spcAft>
                <a:spcPts val="0"/>
              </a:spcAft>
              <a:buClr>
                <a:srgbClr val="000000"/>
              </a:buClr>
              <a:buSzPts val="1100"/>
              <a:buFont typeface="Arial"/>
              <a:buNone/>
            </a:pPr>
            <a:r>
              <a:rPr lang="en" sz="800">
                <a:solidFill>
                  <a:srgbClr val="009FD9"/>
                </a:solidFill>
                <a:latin typeface="Montserrat ExtraBold"/>
                <a:ea typeface="Montserrat ExtraBold"/>
                <a:cs typeface="Montserrat ExtraBold"/>
                <a:sym typeface="Montserrat ExtraBold"/>
              </a:rPr>
              <a:t>Q2 Review</a:t>
            </a:r>
            <a:endParaRPr sz="800">
              <a:solidFill>
                <a:srgbClr val="FEBE14"/>
              </a:solidFill>
              <a:latin typeface="Montserrat ExtraBold"/>
              <a:ea typeface="Montserrat ExtraBold"/>
              <a:cs typeface="Montserrat ExtraBold"/>
              <a:sym typeface="Montserrat ExtraBold"/>
            </a:endParaRPr>
          </a:p>
        </p:txBody>
      </p:sp>
      <p:cxnSp>
        <p:nvCxnSpPr>
          <p:cNvPr id="243" name="Google Shape;243;p26"/>
          <p:cNvCxnSpPr/>
          <p:nvPr/>
        </p:nvCxnSpPr>
        <p:spPr>
          <a:xfrm>
            <a:off x="1184213" y="2514152"/>
            <a:ext cx="1265100" cy="900"/>
          </a:xfrm>
          <a:prstGeom prst="straightConnector1">
            <a:avLst/>
          </a:prstGeom>
          <a:noFill/>
          <a:ln cap="flat" cmpd="sng" w="19050">
            <a:solidFill>
              <a:srgbClr val="CCCCCC"/>
            </a:solidFill>
            <a:prstDash val="solid"/>
            <a:round/>
            <a:headEnd len="med" w="med" type="none"/>
            <a:tailEnd len="med" w="med" type="none"/>
          </a:ln>
        </p:spPr>
      </p:cxnSp>
      <p:grpSp>
        <p:nvGrpSpPr>
          <p:cNvPr id="244" name="Google Shape;244;p26"/>
          <p:cNvGrpSpPr/>
          <p:nvPr/>
        </p:nvGrpSpPr>
        <p:grpSpPr>
          <a:xfrm>
            <a:off x="2254462" y="2401414"/>
            <a:ext cx="230700" cy="230700"/>
            <a:chOff x="6149437" y="4370700"/>
            <a:chExt cx="230700" cy="230700"/>
          </a:xfrm>
        </p:grpSpPr>
        <p:sp>
          <p:nvSpPr>
            <p:cNvPr id="245" name="Google Shape;245;p26"/>
            <p:cNvSpPr/>
            <p:nvPr/>
          </p:nvSpPr>
          <p:spPr>
            <a:xfrm>
              <a:off x="6149437" y="4370700"/>
              <a:ext cx="230700" cy="230700"/>
            </a:xfrm>
            <a:prstGeom prst="ellipse">
              <a:avLst/>
            </a:prstGeom>
            <a:solidFill>
              <a:srgbClr val="FAFAFA"/>
            </a:solidFill>
            <a:ln cap="flat" cmpd="sng" w="19050">
              <a:solidFill>
                <a:srgbClr val="009F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sp>
          <p:nvSpPr>
            <p:cNvPr id="246" name="Google Shape;246;p26"/>
            <p:cNvSpPr/>
            <p:nvPr/>
          </p:nvSpPr>
          <p:spPr>
            <a:xfrm>
              <a:off x="6191893" y="4411786"/>
              <a:ext cx="145800" cy="145800"/>
            </a:xfrm>
            <a:prstGeom prst="ellipse">
              <a:avLst/>
            </a:prstGeom>
            <a:solidFill>
              <a:srgbClr val="009F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grpSp>
      <p:sp>
        <p:nvSpPr>
          <p:cNvPr id="247" name="Google Shape;247;p26"/>
          <p:cNvSpPr/>
          <p:nvPr/>
        </p:nvSpPr>
        <p:spPr>
          <a:xfrm>
            <a:off x="1480570" y="2454898"/>
            <a:ext cx="133200" cy="133200"/>
          </a:xfrm>
          <a:prstGeom prst="diamond">
            <a:avLst/>
          </a:prstGeom>
          <a:solidFill>
            <a:srgbClr val="FEBE1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26"/>
          <p:cNvSpPr/>
          <p:nvPr/>
        </p:nvSpPr>
        <p:spPr>
          <a:xfrm>
            <a:off x="1876857" y="2454898"/>
            <a:ext cx="133200" cy="133200"/>
          </a:xfrm>
          <a:prstGeom prst="diamond">
            <a:avLst/>
          </a:prstGeom>
          <a:solidFill>
            <a:srgbClr val="FEBE1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26"/>
          <p:cNvSpPr txBox="1"/>
          <p:nvPr/>
        </p:nvSpPr>
        <p:spPr>
          <a:xfrm>
            <a:off x="791972" y="2003075"/>
            <a:ext cx="763500" cy="39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800">
                <a:solidFill>
                  <a:srgbClr val="5968E2"/>
                </a:solidFill>
                <a:latin typeface="Montserrat ExtraBold"/>
                <a:ea typeface="Montserrat ExtraBold"/>
                <a:cs typeface="Montserrat ExtraBold"/>
                <a:sym typeface="Montserrat ExtraBold"/>
              </a:rPr>
              <a:t>4/9 </a:t>
            </a:r>
            <a:endParaRPr sz="800">
              <a:solidFill>
                <a:srgbClr val="5968E2"/>
              </a:solidFill>
              <a:latin typeface="Montserrat ExtraBold"/>
              <a:ea typeface="Montserrat ExtraBold"/>
              <a:cs typeface="Montserrat ExtraBold"/>
              <a:sym typeface="Montserrat ExtraBold"/>
            </a:endParaRPr>
          </a:p>
          <a:p>
            <a:pPr indent="0" lvl="0" marL="0" rtl="0" algn="ctr">
              <a:spcBef>
                <a:spcPts val="0"/>
              </a:spcBef>
              <a:spcAft>
                <a:spcPts val="0"/>
              </a:spcAft>
              <a:buClr>
                <a:schemeClr val="dk1"/>
              </a:buClr>
              <a:buSzPts val="1100"/>
              <a:buFont typeface="Arial"/>
              <a:buNone/>
            </a:pPr>
            <a:r>
              <a:rPr lang="en" sz="800">
                <a:solidFill>
                  <a:srgbClr val="5968E2"/>
                </a:solidFill>
                <a:latin typeface="Montserrat ExtraBold"/>
                <a:ea typeface="Montserrat ExtraBold"/>
                <a:cs typeface="Montserrat ExtraBold"/>
                <a:sym typeface="Montserrat ExtraBold"/>
              </a:rPr>
              <a:t>Q2 OKRs</a:t>
            </a:r>
            <a:endParaRPr sz="800">
              <a:solidFill>
                <a:srgbClr val="5968E2"/>
              </a:solidFill>
              <a:latin typeface="Montserrat ExtraBold"/>
              <a:ea typeface="Montserrat ExtraBold"/>
              <a:cs typeface="Montserrat ExtraBold"/>
              <a:sym typeface="Montserrat ExtraBold"/>
            </a:endParaRPr>
          </a:p>
          <a:p>
            <a:pPr indent="0" lvl="0" marL="0" rtl="0" algn="ctr">
              <a:lnSpc>
                <a:spcPct val="100000"/>
              </a:lnSpc>
              <a:spcBef>
                <a:spcPts val="0"/>
              </a:spcBef>
              <a:spcAft>
                <a:spcPts val="0"/>
              </a:spcAft>
              <a:buClr>
                <a:srgbClr val="000000"/>
              </a:buClr>
              <a:buSzPts val="1100"/>
              <a:buFont typeface="Arial"/>
              <a:buNone/>
            </a:pPr>
            <a:r>
              <a:t/>
            </a:r>
            <a:endParaRPr sz="800">
              <a:solidFill>
                <a:srgbClr val="009FD9"/>
              </a:solidFill>
              <a:latin typeface="Montserrat ExtraBold"/>
              <a:ea typeface="Montserrat ExtraBold"/>
              <a:cs typeface="Montserrat ExtraBold"/>
              <a:sym typeface="Montserrat ExtraBold"/>
            </a:endParaRPr>
          </a:p>
        </p:txBody>
      </p:sp>
      <p:cxnSp>
        <p:nvCxnSpPr>
          <p:cNvPr id="250" name="Google Shape;250;p26"/>
          <p:cNvCxnSpPr/>
          <p:nvPr/>
        </p:nvCxnSpPr>
        <p:spPr>
          <a:xfrm>
            <a:off x="2834184" y="1805626"/>
            <a:ext cx="0" cy="1251600"/>
          </a:xfrm>
          <a:prstGeom prst="straightConnector1">
            <a:avLst/>
          </a:prstGeom>
          <a:noFill/>
          <a:ln cap="flat" cmpd="sng" w="19050">
            <a:solidFill>
              <a:srgbClr val="EFEFEF"/>
            </a:solidFill>
            <a:prstDash val="solid"/>
            <a:round/>
            <a:headEnd len="med" w="med" type="none"/>
            <a:tailEnd len="med" w="med" type="none"/>
          </a:ln>
        </p:spPr>
      </p:cxnSp>
      <p:cxnSp>
        <p:nvCxnSpPr>
          <p:cNvPr id="251" name="Google Shape;251;p26"/>
          <p:cNvCxnSpPr/>
          <p:nvPr/>
        </p:nvCxnSpPr>
        <p:spPr>
          <a:xfrm rot="10800000">
            <a:off x="2519263" y="2513621"/>
            <a:ext cx="741600" cy="0"/>
          </a:xfrm>
          <a:prstGeom prst="straightConnector1">
            <a:avLst/>
          </a:prstGeom>
          <a:noFill/>
          <a:ln cap="flat" cmpd="sng" w="28575">
            <a:solidFill>
              <a:srgbClr val="3C4DD8"/>
            </a:solidFill>
            <a:prstDash val="dot"/>
            <a:round/>
            <a:headEnd len="med" w="med" type="none"/>
            <a:tailEnd len="med" w="med" type="none"/>
          </a:ln>
        </p:spPr>
      </p:cxnSp>
      <p:sp>
        <p:nvSpPr>
          <p:cNvPr id="252" name="Google Shape;252;p26"/>
          <p:cNvSpPr/>
          <p:nvPr/>
        </p:nvSpPr>
        <p:spPr>
          <a:xfrm>
            <a:off x="3203852" y="2447552"/>
            <a:ext cx="133200" cy="133200"/>
          </a:xfrm>
          <a:prstGeom prst="diamond">
            <a:avLst/>
          </a:prstGeom>
          <a:solidFill>
            <a:srgbClr val="5968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53" name="Google Shape;253;p26"/>
          <p:cNvCxnSpPr/>
          <p:nvPr/>
        </p:nvCxnSpPr>
        <p:spPr>
          <a:xfrm>
            <a:off x="714637" y="1805626"/>
            <a:ext cx="0" cy="1251600"/>
          </a:xfrm>
          <a:prstGeom prst="straightConnector1">
            <a:avLst/>
          </a:prstGeom>
          <a:noFill/>
          <a:ln cap="flat" cmpd="sng" w="19050">
            <a:solidFill>
              <a:srgbClr val="EFEFEF"/>
            </a:solidFill>
            <a:prstDash val="solid"/>
            <a:round/>
            <a:headEnd len="med" w="med" type="none"/>
            <a:tailEnd len="med" w="med" type="none"/>
          </a:ln>
        </p:spPr>
      </p:cxnSp>
      <p:sp>
        <p:nvSpPr>
          <p:cNvPr id="254" name="Google Shape;254;p26"/>
          <p:cNvSpPr/>
          <p:nvPr/>
        </p:nvSpPr>
        <p:spPr>
          <a:xfrm>
            <a:off x="1084305" y="2447552"/>
            <a:ext cx="133200" cy="133200"/>
          </a:xfrm>
          <a:prstGeom prst="diamond">
            <a:avLst/>
          </a:prstGeom>
          <a:solidFill>
            <a:srgbClr val="5968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26"/>
          <p:cNvSpPr/>
          <p:nvPr/>
        </p:nvSpPr>
        <p:spPr>
          <a:xfrm>
            <a:off x="4940042" y="1805625"/>
            <a:ext cx="2573100" cy="1257900"/>
          </a:xfrm>
          <a:prstGeom prst="rect">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26"/>
          <p:cNvSpPr txBox="1"/>
          <p:nvPr/>
        </p:nvSpPr>
        <p:spPr>
          <a:xfrm>
            <a:off x="4925825" y="2768225"/>
            <a:ext cx="483900" cy="319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rgbClr val="000000"/>
              </a:buClr>
              <a:buSzPts val="1100"/>
              <a:buFont typeface="Arial"/>
              <a:buNone/>
            </a:pPr>
            <a:r>
              <a:rPr lang="en" sz="900">
                <a:solidFill>
                  <a:srgbClr val="B7B7B7"/>
                </a:solidFill>
                <a:latin typeface="Montserrat ExtraBold"/>
                <a:ea typeface="Montserrat ExtraBold"/>
                <a:cs typeface="Montserrat ExtraBold"/>
                <a:sym typeface="Montserrat ExtraBold"/>
              </a:rPr>
              <a:t>Q4</a:t>
            </a:r>
            <a:endParaRPr sz="900">
              <a:solidFill>
                <a:srgbClr val="B7B7B7"/>
              </a:solidFill>
              <a:latin typeface="Montserrat ExtraBold"/>
              <a:ea typeface="Montserrat ExtraBold"/>
              <a:cs typeface="Montserrat ExtraBold"/>
              <a:sym typeface="Montserrat ExtraBold"/>
            </a:endParaRPr>
          </a:p>
        </p:txBody>
      </p:sp>
      <p:sp>
        <p:nvSpPr>
          <p:cNvPr id="257" name="Google Shape;257;p26"/>
          <p:cNvSpPr txBox="1"/>
          <p:nvPr/>
        </p:nvSpPr>
        <p:spPr>
          <a:xfrm>
            <a:off x="6671320" y="2003075"/>
            <a:ext cx="877800" cy="3978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Clr>
                <a:srgbClr val="000000"/>
              </a:buClr>
              <a:buSzPts val="1100"/>
              <a:buFont typeface="Arial"/>
              <a:buNone/>
            </a:pPr>
            <a:r>
              <a:rPr lang="en" sz="800">
                <a:solidFill>
                  <a:srgbClr val="009FD9"/>
                </a:solidFill>
                <a:latin typeface="Montserrat ExtraBold"/>
                <a:ea typeface="Montserrat ExtraBold"/>
                <a:cs typeface="Montserrat ExtraBold"/>
                <a:sym typeface="Montserrat ExtraBold"/>
              </a:rPr>
              <a:t>12/28 </a:t>
            </a:r>
            <a:endParaRPr sz="800">
              <a:solidFill>
                <a:srgbClr val="009FD9"/>
              </a:solidFill>
              <a:latin typeface="Montserrat ExtraBold"/>
              <a:ea typeface="Montserrat ExtraBold"/>
              <a:cs typeface="Montserrat ExtraBold"/>
              <a:sym typeface="Montserrat ExtraBold"/>
            </a:endParaRPr>
          </a:p>
          <a:p>
            <a:pPr indent="0" lvl="0" marL="0" rtl="0" algn="ctr">
              <a:lnSpc>
                <a:spcPct val="100000"/>
              </a:lnSpc>
              <a:spcBef>
                <a:spcPts val="0"/>
              </a:spcBef>
              <a:spcAft>
                <a:spcPts val="0"/>
              </a:spcAft>
              <a:buClr>
                <a:srgbClr val="000000"/>
              </a:buClr>
              <a:buSzPts val="1100"/>
              <a:buFont typeface="Arial"/>
              <a:buNone/>
            </a:pPr>
            <a:r>
              <a:rPr lang="en" sz="800">
                <a:solidFill>
                  <a:srgbClr val="009FD9"/>
                </a:solidFill>
                <a:latin typeface="Montserrat ExtraBold"/>
                <a:ea typeface="Montserrat ExtraBold"/>
                <a:cs typeface="Montserrat ExtraBold"/>
                <a:sym typeface="Montserrat ExtraBold"/>
              </a:rPr>
              <a:t>EOY Review</a:t>
            </a:r>
            <a:endParaRPr sz="800">
              <a:solidFill>
                <a:srgbClr val="FEBE14"/>
              </a:solidFill>
              <a:latin typeface="Montserrat ExtraBold"/>
              <a:ea typeface="Montserrat ExtraBold"/>
              <a:cs typeface="Montserrat ExtraBold"/>
              <a:sym typeface="Montserrat ExtraBold"/>
            </a:endParaRPr>
          </a:p>
        </p:txBody>
      </p:sp>
      <p:cxnSp>
        <p:nvCxnSpPr>
          <p:cNvPr id="258" name="Google Shape;258;p26"/>
          <p:cNvCxnSpPr/>
          <p:nvPr/>
        </p:nvCxnSpPr>
        <p:spPr>
          <a:xfrm>
            <a:off x="5409615" y="2514152"/>
            <a:ext cx="2068500" cy="16200"/>
          </a:xfrm>
          <a:prstGeom prst="straightConnector1">
            <a:avLst/>
          </a:prstGeom>
          <a:noFill/>
          <a:ln cap="flat" cmpd="sng" w="19050">
            <a:solidFill>
              <a:srgbClr val="CCCCCC"/>
            </a:solidFill>
            <a:prstDash val="solid"/>
            <a:round/>
            <a:headEnd len="med" w="med" type="none"/>
            <a:tailEnd len="med" w="med" type="none"/>
          </a:ln>
        </p:spPr>
      </p:cxnSp>
      <p:grpSp>
        <p:nvGrpSpPr>
          <p:cNvPr id="259" name="Google Shape;259;p26"/>
          <p:cNvGrpSpPr/>
          <p:nvPr/>
        </p:nvGrpSpPr>
        <p:grpSpPr>
          <a:xfrm>
            <a:off x="7002167" y="2401414"/>
            <a:ext cx="230700" cy="230700"/>
            <a:chOff x="6149437" y="4370700"/>
            <a:chExt cx="230700" cy="230700"/>
          </a:xfrm>
        </p:grpSpPr>
        <p:sp>
          <p:nvSpPr>
            <p:cNvPr id="260" name="Google Shape;260;p26"/>
            <p:cNvSpPr/>
            <p:nvPr/>
          </p:nvSpPr>
          <p:spPr>
            <a:xfrm>
              <a:off x="6149437" y="4370700"/>
              <a:ext cx="230700" cy="230700"/>
            </a:xfrm>
            <a:prstGeom prst="ellipse">
              <a:avLst/>
            </a:prstGeom>
            <a:solidFill>
              <a:srgbClr val="FAFAFA"/>
            </a:solidFill>
            <a:ln cap="flat" cmpd="sng" w="19050">
              <a:solidFill>
                <a:srgbClr val="009F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sp>
          <p:nvSpPr>
            <p:cNvPr id="261" name="Google Shape;261;p26"/>
            <p:cNvSpPr/>
            <p:nvPr/>
          </p:nvSpPr>
          <p:spPr>
            <a:xfrm>
              <a:off x="6191893" y="4411786"/>
              <a:ext cx="145800" cy="145800"/>
            </a:xfrm>
            <a:prstGeom prst="ellipse">
              <a:avLst/>
            </a:prstGeom>
            <a:solidFill>
              <a:srgbClr val="009F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grpSp>
      <p:sp>
        <p:nvSpPr>
          <p:cNvPr id="262" name="Google Shape;262;p26"/>
          <p:cNvSpPr/>
          <p:nvPr/>
        </p:nvSpPr>
        <p:spPr>
          <a:xfrm>
            <a:off x="5979992" y="2454898"/>
            <a:ext cx="133200" cy="133200"/>
          </a:xfrm>
          <a:prstGeom prst="diamond">
            <a:avLst/>
          </a:prstGeom>
          <a:solidFill>
            <a:srgbClr val="FEBE1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26"/>
          <p:cNvSpPr/>
          <p:nvPr/>
        </p:nvSpPr>
        <p:spPr>
          <a:xfrm>
            <a:off x="6273816" y="2454898"/>
            <a:ext cx="133200" cy="133200"/>
          </a:xfrm>
          <a:prstGeom prst="diamond">
            <a:avLst/>
          </a:prstGeom>
          <a:solidFill>
            <a:srgbClr val="FEBE1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26"/>
          <p:cNvSpPr txBox="1"/>
          <p:nvPr/>
        </p:nvSpPr>
        <p:spPr>
          <a:xfrm>
            <a:off x="5017373" y="2003075"/>
            <a:ext cx="763500" cy="39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800">
                <a:solidFill>
                  <a:srgbClr val="5968E2"/>
                </a:solidFill>
                <a:latin typeface="Montserrat ExtraBold"/>
                <a:ea typeface="Montserrat ExtraBold"/>
                <a:cs typeface="Montserrat ExtraBold"/>
                <a:sym typeface="Montserrat ExtraBold"/>
              </a:rPr>
              <a:t>10/8 </a:t>
            </a:r>
            <a:endParaRPr sz="800">
              <a:solidFill>
                <a:srgbClr val="5968E2"/>
              </a:solidFill>
              <a:latin typeface="Montserrat ExtraBold"/>
              <a:ea typeface="Montserrat ExtraBold"/>
              <a:cs typeface="Montserrat ExtraBold"/>
              <a:sym typeface="Montserrat ExtraBold"/>
            </a:endParaRPr>
          </a:p>
          <a:p>
            <a:pPr indent="0" lvl="0" marL="0" rtl="0" algn="ctr">
              <a:spcBef>
                <a:spcPts val="0"/>
              </a:spcBef>
              <a:spcAft>
                <a:spcPts val="0"/>
              </a:spcAft>
              <a:buClr>
                <a:schemeClr val="dk1"/>
              </a:buClr>
              <a:buSzPts val="1100"/>
              <a:buFont typeface="Arial"/>
              <a:buNone/>
            </a:pPr>
            <a:r>
              <a:rPr lang="en" sz="800">
                <a:solidFill>
                  <a:srgbClr val="5968E2"/>
                </a:solidFill>
                <a:latin typeface="Montserrat ExtraBold"/>
                <a:ea typeface="Montserrat ExtraBold"/>
                <a:cs typeface="Montserrat ExtraBold"/>
                <a:sym typeface="Montserrat ExtraBold"/>
              </a:rPr>
              <a:t>Q4 OKRs</a:t>
            </a:r>
            <a:endParaRPr sz="800">
              <a:solidFill>
                <a:srgbClr val="5968E2"/>
              </a:solidFill>
              <a:latin typeface="Montserrat ExtraBold"/>
              <a:ea typeface="Montserrat ExtraBold"/>
              <a:cs typeface="Montserrat ExtraBold"/>
              <a:sym typeface="Montserrat ExtraBold"/>
            </a:endParaRPr>
          </a:p>
          <a:p>
            <a:pPr indent="0" lvl="0" marL="0" rtl="0" algn="ctr">
              <a:lnSpc>
                <a:spcPct val="100000"/>
              </a:lnSpc>
              <a:spcBef>
                <a:spcPts val="0"/>
              </a:spcBef>
              <a:spcAft>
                <a:spcPts val="0"/>
              </a:spcAft>
              <a:buClr>
                <a:srgbClr val="000000"/>
              </a:buClr>
              <a:buSzPts val="1100"/>
              <a:buFont typeface="Arial"/>
              <a:buNone/>
            </a:pPr>
            <a:r>
              <a:t/>
            </a:r>
            <a:endParaRPr sz="800">
              <a:solidFill>
                <a:srgbClr val="009FD9"/>
              </a:solidFill>
              <a:latin typeface="Montserrat ExtraBold"/>
              <a:ea typeface="Montserrat ExtraBold"/>
              <a:cs typeface="Montserrat ExtraBold"/>
              <a:sym typeface="Montserrat ExtraBold"/>
            </a:endParaRPr>
          </a:p>
        </p:txBody>
      </p:sp>
      <p:cxnSp>
        <p:nvCxnSpPr>
          <p:cNvPr id="265" name="Google Shape;265;p26"/>
          <p:cNvCxnSpPr/>
          <p:nvPr/>
        </p:nvCxnSpPr>
        <p:spPr>
          <a:xfrm>
            <a:off x="4940039" y="1805626"/>
            <a:ext cx="0" cy="1251600"/>
          </a:xfrm>
          <a:prstGeom prst="straightConnector1">
            <a:avLst/>
          </a:prstGeom>
          <a:noFill/>
          <a:ln cap="flat" cmpd="sng" w="19050">
            <a:solidFill>
              <a:srgbClr val="EFEFEF"/>
            </a:solidFill>
            <a:prstDash val="solid"/>
            <a:round/>
            <a:headEnd len="med" w="med" type="none"/>
            <a:tailEnd len="med" w="med" type="none"/>
          </a:ln>
        </p:spPr>
      </p:cxnSp>
      <p:cxnSp>
        <p:nvCxnSpPr>
          <p:cNvPr id="266" name="Google Shape;266;p26"/>
          <p:cNvCxnSpPr/>
          <p:nvPr/>
        </p:nvCxnSpPr>
        <p:spPr>
          <a:xfrm rot="10800000">
            <a:off x="4625117" y="2513621"/>
            <a:ext cx="741600" cy="0"/>
          </a:xfrm>
          <a:prstGeom prst="straightConnector1">
            <a:avLst/>
          </a:prstGeom>
          <a:noFill/>
          <a:ln cap="flat" cmpd="sng" w="28575">
            <a:solidFill>
              <a:srgbClr val="3C4DD8"/>
            </a:solidFill>
            <a:prstDash val="dot"/>
            <a:round/>
            <a:headEnd len="med" w="med" type="none"/>
            <a:tailEnd len="med" w="med" type="none"/>
          </a:ln>
        </p:spPr>
      </p:cxnSp>
      <p:sp>
        <p:nvSpPr>
          <p:cNvPr id="267" name="Google Shape;267;p26"/>
          <p:cNvSpPr/>
          <p:nvPr/>
        </p:nvSpPr>
        <p:spPr>
          <a:xfrm>
            <a:off x="5309706" y="2447552"/>
            <a:ext cx="133200" cy="133200"/>
          </a:xfrm>
          <a:prstGeom prst="diamond">
            <a:avLst/>
          </a:prstGeom>
          <a:solidFill>
            <a:srgbClr val="5968E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68" name="Google Shape;268;p26"/>
          <p:cNvCxnSpPr/>
          <p:nvPr/>
        </p:nvCxnSpPr>
        <p:spPr>
          <a:xfrm>
            <a:off x="5723789" y="1674925"/>
            <a:ext cx="0" cy="729000"/>
          </a:xfrm>
          <a:prstGeom prst="straightConnector1">
            <a:avLst/>
          </a:prstGeom>
          <a:noFill/>
          <a:ln cap="flat" cmpd="sng" w="19050">
            <a:solidFill>
              <a:srgbClr val="037AA5"/>
            </a:solidFill>
            <a:prstDash val="solid"/>
            <a:round/>
            <a:headEnd len="med" w="med" type="none"/>
            <a:tailEnd len="med" w="med" type="none"/>
          </a:ln>
        </p:spPr>
      </p:cxnSp>
      <p:grpSp>
        <p:nvGrpSpPr>
          <p:cNvPr id="269" name="Google Shape;269;p26"/>
          <p:cNvGrpSpPr/>
          <p:nvPr/>
        </p:nvGrpSpPr>
        <p:grpSpPr>
          <a:xfrm>
            <a:off x="5622687" y="2411936"/>
            <a:ext cx="204000" cy="203400"/>
            <a:chOff x="7087726" y="3013036"/>
            <a:chExt cx="204000" cy="203400"/>
          </a:xfrm>
        </p:grpSpPr>
        <p:sp>
          <p:nvSpPr>
            <p:cNvPr id="270" name="Google Shape;270;p26"/>
            <p:cNvSpPr/>
            <p:nvPr/>
          </p:nvSpPr>
          <p:spPr>
            <a:xfrm>
              <a:off x="7087726" y="3013036"/>
              <a:ext cx="204000" cy="203400"/>
            </a:xfrm>
            <a:prstGeom prst="rect">
              <a:avLst/>
            </a:prstGeom>
            <a:solidFill>
              <a:srgbClr val="FAFAFA"/>
            </a:solidFill>
            <a:ln cap="flat" cmpd="sng" w="19050">
              <a:solidFill>
                <a:srgbClr val="037AA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26"/>
            <p:cNvSpPr/>
            <p:nvPr/>
          </p:nvSpPr>
          <p:spPr>
            <a:xfrm>
              <a:off x="7123119" y="3048125"/>
              <a:ext cx="133200" cy="133200"/>
            </a:xfrm>
            <a:prstGeom prst="rect">
              <a:avLst/>
            </a:prstGeom>
            <a:solidFill>
              <a:srgbClr val="037A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2" name="Google Shape;272;p26"/>
          <p:cNvSpPr txBox="1"/>
          <p:nvPr/>
        </p:nvSpPr>
        <p:spPr>
          <a:xfrm>
            <a:off x="5129289" y="1176279"/>
            <a:ext cx="1191000" cy="482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800">
                <a:solidFill>
                  <a:srgbClr val="007FAD"/>
                </a:solidFill>
                <a:latin typeface="Montserrat ExtraBold"/>
                <a:ea typeface="Montserrat ExtraBold"/>
                <a:cs typeface="Montserrat ExtraBold"/>
                <a:sym typeface="Montserrat ExtraBold"/>
              </a:rPr>
              <a:t>10/11 </a:t>
            </a:r>
            <a:endParaRPr sz="800">
              <a:solidFill>
                <a:srgbClr val="007FAD"/>
              </a:solidFill>
              <a:latin typeface="Montserrat ExtraBold"/>
              <a:ea typeface="Montserrat ExtraBold"/>
              <a:cs typeface="Montserrat ExtraBold"/>
              <a:sym typeface="Montserrat ExtraBold"/>
            </a:endParaRPr>
          </a:p>
          <a:p>
            <a:pPr indent="0" lvl="0" marL="0" rtl="0" algn="ctr">
              <a:spcBef>
                <a:spcPts val="0"/>
              </a:spcBef>
              <a:spcAft>
                <a:spcPts val="0"/>
              </a:spcAft>
              <a:buClr>
                <a:schemeClr val="dk1"/>
              </a:buClr>
              <a:buSzPts val="1100"/>
              <a:buFont typeface="Arial"/>
              <a:buNone/>
            </a:pPr>
            <a:r>
              <a:rPr lang="en" sz="800">
                <a:solidFill>
                  <a:srgbClr val="007FAD"/>
                </a:solidFill>
                <a:latin typeface="Montserrat ExtraBold"/>
                <a:ea typeface="Montserrat ExtraBold"/>
                <a:cs typeface="Montserrat ExtraBold"/>
                <a:sym typeface="Montserrat ExtraBold"/>
              </a:rPr>
              <a:t>2022 Annual Planning KO</a:t>
            </a:r>
            <a:endParaRPr sz="800">
              <a:solidFill>
                <a:srgbClr val="007FAD"/>
              </a:solidFill>
              <a:latin typeface="Montserrat ExtraBold"/>
              <a:ea typeface="Montserrat ExtraBold"/>
              <a:cs typeface="Montserrat ExtraBold"/>
              <a:sym typeface="Montserrat ExtraBold"/>
            </a:endParaRPr>
          </a:p>
          <a:p>
            <a:pPr indent="0" lvl="0" marL="0" rtl="0" algn="ctr">
              <a:lnSpc>
                <a:spcPct val="100000"/>
              </a:lnSpc>
              <a:spcBef>
                <a:spcPts val="0"/>
              </a:spcBef>
              <a:spcAft>
                <a:spcPts val="0"/>
              </a:spcAft>
              <a:buClr>
                <a:srgbClr val="000000"/>
              </a:buClr>
              <a:buSzPts val="1100"/>
              <a:buFont typeface="Arial"/>
              <a:buNone/>
            </a:pPr>
            <a:r>
              <a:t/>
            </a:r>
            <a:endParaRPr sz="800">
              <a:solidFill>
                <a:srgbClr val="007FAD"/>
              </a:solidFill>
              <a:latin typeface="Montserrat ExtraBold"/>
              <a:ea typeface="Montserrat ExtraBold"/>
              <a:cs typeface="Montserrat ExtraBold"/>
              <a:sym typeface="Montserrat ExtraBold"/>
            </a:endParaRPr>
          </a:p>
        </p:txBody>
      </p:sp>
      <p:cxnSp>
        <p:nvCxnSpPr>
          <p:cNvPr id="273" name="Google Shape;273;p26"/>
          <p:cNvCxnSpPr/>
          <p:nvPr/>
        </p:nvCxnSpPr>
        <p:spPr>
          <a:xfrm>
            <a:off x="6671579" y="1674925"/>
            <a:ext cx="0" cy="729000"/>
          </a:xfrm>
          <a:prstGeom prst="straightConnector1">
            <a:avLst/>
          </a:prstGeom>
          <a:noFill/>
          <a:ln cap="flat" cmpd="sng" w="19050">
            <a:solidFill>
              <a:srgbClr val="037AA5"/>
            </a:solidFill>
            <a:prstDash val="solid"/>
            <a:round/>
            <a:headEnd len="med" w="med" type="none"/>
            <a:tailEnd len="med" w="med" type="none"/>
          </a:ln>
        </p:spPr>
      </p:cxnSp>
      <p:grpSp>
        <p:nvGrpSpPr>
          <p:cNvPr id="274" name="Google Shape;274;p26"/>
          <p:cNvGrpSpPr/>
          <p:nvPr/>
        </p:nvGrpSpPr>
        <p:grpSpPr>
          <a:xfrm>
            <a:off x="6570476" y="2411936"/>
            <a:ext cx="204000" cy="203400"/>
            <a:chOff x="7087726" y="3013036"/>
            <a:chExt cx="204000" cy="203400"/>
          </a:xfrm>
        </p:grpSpPr>
        <p:sp>
          <p:nvSpPr>
            <p:cNvPr id="275" name="Google Shape;275;p26"/>
            <p:cNvSpPr/>
            <p:nvPr/>
          </p:nvSpPr>
          <p:spPr>
            <a:xfrm>
              <a:off x="7087726" y="3013036"/>
              <a:ext cx="204000" cy="203400"/>
            </a:xfrm>
            <a:prstGeom prst="rect">
              <a:avLst/>
            </a:prstGeom>
            <a:solidFill>
              <a:srgbClr val="FAFAFA"/>
            </a:solidFill>
            <a:ln cap="flat" cmpd="sng" w="19050">
              <a:solidFill>
                <a:srgbClr val="037AA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26"/>
            <p:cNvSpPr/>
            <p:nvPr/>
          </p:nvSpPr>
          <p:spPr>
            <a:xfrm>
              <a:off x="7123119" y="3048125"/>
              <a:ext cx="133200" cy="133200"/>
            </a:xfrm>
            <a:prstGeom prst="rect">
              <a:avLst/>
            </a:prstGeom>
            <a:solidFill>
              <a:srgbClr val="037AA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7" name="Google Shape;277;p26"/>
          <p:cNvSpPr txBox="1"/>
          <p:nvPr/>
        </p:nvSpPr>
        <p:spPr>
          <a:xfrm>
            <a:off x="6023682" y="1176275"/>
            <a:ext cx="1313400" cy="520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800">
                <a:solidFill>
                  <a:srgbClr val="007FAD"/>
                </a:solidFill>
                <a:latin typeface="Montserrat ExtraBold"/>
                <a:ea typeface="Montserrat ExtraBold"/>
                <a:cs typeface="Montserrat ExtraBold"/>
                <a:sym typeface="Montserrat ExtraBold"/>
              </a:rPr>
              <a:t>12/17 </a:t>
            </a:r>
            <a:endParaRPr sz="800">
              <a:solidFill>
                <a:srgbClr val="007FAD"/>
              </a:solidFill>
              <a:latin typeface="Montserrat ExtraBold"/>
              <a:ea typeface="Montserrat ExtraBold"/>
              <a:cs typeface="Montserrat ExtraBold"/>
              <a:sym typeface="Montserrat ExtraBold"/>
            </a:endParaRPr>
          </a:p>
          <a:p>
            <a:pPr indent="0" lvl="0" marL="0" rtl="0" algn="ctr">
              <a:spcBef>
                <a:spcPts val="0"/>
              </a:spcBef>
              <a:spcAft>
                <a:spcPts val="0"/>
              </a:spcAft>
              <a:buClr>
                <a:schemeClr val="dk1"/>
              </a:buClr>
              <a:buSzPts val="1100"/>
              <a:buFont typeface="Arial"/>
              <a:buNone/>
            </a:pPr>
            <a:r>
              <a:rPr lang="en" sz="800">
                <a:solidFill>
                  <a:srgbClr val="007FAD"/>
                </a:solidFill>
                <a:latin typeface="Montserrat ExtraBold"/>
                <a:ea typeface="Montserrat ExtraBold"/>
                <a:cs typeface="Montserrat ExtraBold"/>
                <a:sym typeface="Montserrat ExtraBold"/>
              </a:rPr>
              <a:t>2022 Annual Planning Complete</a:t>
            </a:r>
            <a:endParaRPr sz="800">
              <a:solidFill>
                <a:srgbClr val="007FAD"/>
              </a:solidFill>
              <a:latin typeface="Montserrat ExtraBold"/>
              <a:ea typeface="Montserrat ExtraBold"/>
              <a:cs typeface="Montserrat ExtraBold"/>
              <a:sym typeface="Montserrat ExtraBold"/>
            </a:endParaRPr>
          </a:p>
          <a:p>
            <a:pPr indent="0" lvl="0" marL="0" rtl="0" algn="ctr">
              <a:lnSpc>
                <a:spcPct val="100000"/>
              </a:lnSpc>
              <a:spcBef>
                <a:spcPts val="0"/>
              </a:spcBef>
              <a:spcAft>
                <a:spcPts val="0"/>
              </a:spcAft>
              <a:buClr>
                <a:srgbClr val="000000"/>
              </a:buClr>
              <a:buSzPts val="1100"/>
              <a:buFont typeface="Arial"/>
              <a:buNone/>
            </a:pPr>
            <a:r>
              <a:t/>
            </a:r>
            <a:endParaRPr sz="800">
              <a:solidFill>
                <a:srgbClr val="007FAD"/>
              </a:solidFill>
              <a:latin typeface="Montserrat ExtraBold"/>
              <a:ea typeface="Montserrat ExtraBold"/>
              <a:cs typeface="Montserrat ExtraBold"/>
              <a:sym typeface="Montserrat ExtraBold"/>
            </a:endParaRPr>
          </a:p>
        </p:txBody>
      </p:sp>
      <p:grpSp>
        <p:nvGrpSpPr>
          <p:cNvPr id="278" name="Google Shape;278;p26"/>
          <p:cNvGrpSpPr/>
          <p:nvPr/>
        </p:nvGrpSpPr>
        <p:grpSpPr>
          <a:xfrm>
            <a:off x="733163" y="4180732"/>
            <a:ext cx="163547" cy="163066"/>
            <a:chOff x="7087726" y="3013036"/>
            <a:chExt cx="204000" cy="203400"/>
          </a:xfrm>
        </p:grpSpPr>
        <p:sp>
          <p:nvSpPr>
            <p:cNvPr id="279" name="Google Shape;279;p26"/>
            <p:cNvSpPr/>
            <p:nvPr/>
          </p:nvSpPr>
          <p:spPr>
            <a:xfrm>
              <a:off x="7087726" y="3013036"/>
              <a:ext cx="204000" cy="203400"/>
            </a:xfrm>
            <a:prstGeom prst="rect">
              <a:avLst/>
            </a:prstGeom>
            <a:solidFill>
              <a:srgbClr val="FAFAFA"/>
            </a:solidFill>
            <a:ln cap="flat" cmpd="sng" w="19050">
              <a:solidFill>
                <a:srgbClr val="037AA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0" name="Google Shape;280;p26"/>
            <p:cNvSpPr/>
            <p:nvPr/>
          </p:nvSpPr>
          <p:spPr>
            <a:xfrm>
              <a:off x="7123119" y="3048125"/>
              <a:ext cx="133200" cy="133200"/>
            </a:xfrm>
            <a:prstGeom prst="rect">
              <a:avLst/>
            </a:prstGeom>
            <a:solidFill>
              <a:srgbClr val="037AA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81" name="Google Shape;281;p26"/>
          <p:cNvSpPr txBox="1"/>
          <p:nvPr/>
        </p:nvSpPr>
        <p:spPr>
          <a:xfrm rot="-527">
            <a:off x="954625" y="3517942"/>
            <a:ext cx="1958700" cy="23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5968E2"/>
                </a:solidFill>
                <a:latin typeface="Montserrat ExtraBold"/>
                <a:ea typeface="Montserrat ExtraBold"/>
                <a:cs typeface="Montserrat ExtraBold"/>
                <a:sym typeface="Montserrat ExtraBold"/>
              </a:rPr>
              <a:t>Quarterly OKR Cycle</a:t>
            </a:r>
            <a:endParaRPr sz="900">
              <a:solidFill>
                <a:schemeClr val="accent1"/>
              </a:solidFill>
              <a:latin typeface="Montserrat ExtraBold"/>
              <a:ea typeface="Montserrat ExtraBold"/>
              <a:cs typeface="Montserrat ExtraBold"/>
              <a:sym typeface="Montserrat ExtraBold"/>
            </a:endParaRPr>
          </a:p>
        </p:txBody>
      </p:sp>
      <p:sp>
        <p:nvSpPr>
          <p:cNvPr id="282" name="Google Shape;282;p26"/>
          <p:cNvSpPr txBox="1"/>
          <p:nvPr/>
        </p:nvSpPr>
        <p:spPr>
          <a:xfrm rot="-527">
            <a:off x="954625" y="3796792"/>
            <a:ext cx="1958700" cy="23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009FD9"/>
                </a:solidFill>
                <a:latin typeface="Montserrat ExtraBold"/>
                <a:ea typeface="Montserrat ExtraBold"/>
                <a:cs typeface="Montserrat ExtraBold"/>
                <a:sym typeface="Montserrat ExtraBold"/>
              </a:rPr>
              <a:t>Quarterly Business Review</a:t>
            </a:r>
            <a:endParaRPr sz="900">
              <a:solidFill>
                <a:srgbClr val="5968E2"/>
              </a:solidFill>
              <a:latin typeface="Montserrat ExtraBold"/>
              <a:ea typeface="Montserrat ExtraBold"/>
              <a:cs typeface="Montserrat ExtraBold"/>
              <a:sym typeface="Montserrat ExtraBold"/>
            </a:endParaRPr>
          </a:p>
        </p:txBody>
      </p:sp>
      <p:sp>
        <p:nvSpPr>
          <p:cNvPr id="283" name="Google Shape;283;p26"/>
          <p:cNvSpPr txBox="1"/>
          <p:nvPr/>
        </p:nvSpPr>
        <p:spPr>
          <a:xfrm rot="-527">
            <a:off x="954625" y="4089242"/>
            <a:ext cx="1958700" cy="23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037AA5"/>
                </a:solidFill>
                <a:latin typeface="Montserrat ExtraBold"/>
                <a:ea typeface="Montserrat ExtraBold"/>
                <a:cs typeface="Montserrat ExtraBold"/>
                <a:sym typeface="Montserrat ExtraBold"/>
              </a:rPr>
              <a:t>Annual Planning </a:t>
            </a:r>
            <a:endParaRPr sz="900">
              <a:solidFill>
                <a:srgbClr val="009FD9"/>
              </a:solidFill>
              <a:latin typeface="Montserrat ExtraBold"/>
              <a:ea typeface="Montserrat ExtraBold"/>
              <a:cs typeface="Montserrat ExtraBold"/>
              <a:sym typeface="Montserrat ExtraBold"/>
            </a:endParaRPr>
          </a:p>
        </p:txBody>
      </p:sp>
      <p:cxnSp>
        <p:nvCxnSpPr>
          <p:cNvPr id="284" name="Google Shape;284;p26"/>
          <p:cNvCxnSpPr/>
          <p:nvPr/>
        </p:nvCxnSpPr>
        <p:spPr>
          <a:xfrm>
            <a:off x="7497822" y="1805626"/>
            <a:ext cx="0" cy="1251600"/>
          </a:xfrm>
          <a:prstGeom prst="straightConnector1">
            <a:avLst/>
          </a:prstGeom>
          <a:noFill/>
          <a:ln cap="flat" cmpd="sng" w="19050">
            <a:solidFill>
              <a:srgbClr val="EFEFEF"/>
            </a:solidFill>
            <a:prstDash val="solid"/>
            <a:round/>
            <a:headEnd len="med" w="med" type="none"/>
            <a:tailEnd len="med" w="med" type="none"/>
          </a:ln>
        </p:spPr>
      </p:cxn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27"/>
          <p:cNvSpPr/>
          <p:nvPr/>
        </p:nvSpPr>
        <p:spPr>
          <a:xfrm>
            <a:off x="334975" y="2330525"/>
            <a:ext cx="8615400" cy="1257900"/>
          </a:xfrm>
          <a:prstGeom prst="rect">
            <a:avLst/>
          </a:prstGeom>
          <a:solidFill>
            <a:srgbClr val="FAFA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0" name="Google Shape;290;p27"/>
          <p:cNvGrpSpPr/>
          <p:nvPr/>
        </p:nvGrpSpPr>
        <p:grpSpPr>
          <a:xfrm>
            <a:off x="315512" y="2339075"/>
            <a:ext cx="483900" cy="1273250"/>
            <a:chOff x="239312" y="2186675"/>
            <a:chExt cx="483900" cy="1273250"/>
          </a:xfrm>
        </p:grpSpPr>
        <p:cxnSp>
          <p:nvCxnSpPr>
            <p:cNvPr id="291" name="Google Shape;291;p27"/>
            <p:cNvCxnSpPr/>
            <p:nvPr/>
          </p:nvCxnSpPr>
          <p:spPr>
            <a:xfrm>
              <a:off x="253600" y="2186675"/>
              <a:ext cx="0" cy="1251600"/>
            </a:xfrm>
            <a:prstGeom prst="straightConnector1">
              <a:avLst/>
            </a:prstGeom>
            <a:noFill/>
            <a:ln cap="flat" cmpd="sng" w="19050">
              <a:solidFill>
                <a:srgbClr val="EFEFEF"/>
              </a:solidFill>
              <a:prstDash val="solid"/>
              <a:round/>
              <a:headEnd len="med" w="med" type="none"/>
              <a:tailEnd len="med" w="med" type="none"/>
            </a:ln>
          </p:spPr>
        </p:cxnSp>
        <p:sp>
          <p:nvSpPr>
            <p:cNvPr id="292" name="Google Shape;292;p27"/>
            <p:cNvSpPr txBox="1"/>
            <p:nvPr/>
          </p:nvSpPr>
          <p:spPr>
            <a:xfrm>
              <a:off x="239312" y="3140725"/>
              <a:ext cx="483900" cy="319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rgbClr val="000000"/>
                </a:buClr>
                <a:buSzPts val="1100"/>
                <a:buFont typeface="Arial"/>
                <a:buNone/>
              </a:pPr>
              <a:r>
                <a:rPr lang="en" sz="900">
                  <a:solidFill>
                    <a:srgbClr val="B7B7B7"/>
                  </a:solidFill>
                  <a:latin typeface="Montserrat ExtraBold"/>
                  <a:ea typeface="Montserrat ExtraBold"/>
                  <a:cs typeface="Montserrat ExtraBold"/>
                  <a:sym typeface="Montserrat ExtraBold"/>
                </a:rPr>
                <a:t>Oct</a:t>
              </a:r>
              <a:endParaRPr sz="900">
                <a:solidFill>
                  <a:srgbClr val="B7B7B7"/>
                </a:solidFill>
                <a:latin typeface="Montserrat ExtraBold"/>
                <a:ea typeface="Montserrat ExtraBold"/>
                <a:cs typeface="Montserrat ExtraBold"/>
                <a:sym typeface="Montserrat ExtraBold"/>
              </a:endParaRPr>
            </a:p>
          </p:txBody>
        </p:sp>
      </p:grpSp>
      <p:grpSp>
        <p:nvGrpSpPr>
          <p:cNvPr id="293" name="Google Shape;293;p27"/>
          <p:cNvGrpSpPr/>
          <p:nvPr/>
        </p:nvGrpSpPr>
        <p:grpSpPr>
          <a:xfrm>
            <a:off x="2739724" y="2339075"/>
            <a:ext cx="483900" cy="1273250"/>
            <a:chOff x="239312" y="2186675"/>
            <a:chExt cx="483900" cy="1273250"/>
          </a:xfrm>
        </p:grpSpPr>
        <p:cxnSp>
          <p:nvCxnSpPr>
            <p:cNvPr id="294" name="Google Shape;294;p27"/>
            <p:cNvCxnSpPr/>
            <p:nvPr/>
          </p:nvCxnSpPr>
          <p:spPr>
            <a:xfrm>
              <a:off x="253600" y="2186675"/>
              <a:ext cx="0" cy="1251600"/>
            </a:xfrm>
            <a:prstGeom prst="straightConnector1">
              <a:avLst/>
            </a:prstGeom>
            <a:noFill/>
            <a:ln cap="flat" cmpd="sng" w="19050">
              <a:solidFill>
                <a:srgbClr val="EFEFEF"/>
              </a:solidFill>
              <a:prstDash val="solid"/>
              <a:round/>
              <a:headEnd len="med" w="med" type="none"/>
              <a:tailEnd len="med" w="med" type="none"/>
            </a:ln>
          </p:spPr>
        </p:cxnSp>
        <p:sp>
          <p:nvSpPr>
            <p:cNvPr id="295" name="Google Shape;295;p27"/>
            <p:cNvSpPr txBox="1"/>
            <p:nvPr/>
          </p:nvSpPr>
          <p:spPr>
            <a:xfrm>
              <a:off x="239312" y="3140725"/>
              <a:ext cx="483900" cy="319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rgbClr val="000000"/>
                </a:buClr>
                <a:buSzPts val="1100"/>
                <a:buFont typeface="Arial"/>
                <a:buNone/>
              </a:pPr>
              <a:r>
                <a:rPr lang="en" sz="900">
                  <a:solidFill>
                    <a:srgbClr val="B7B7B7"/>
                  </a:solidFill>
                  <a:latin typeface="Montserrat ExtraBold"/>
                  <a:ea typeface="Montserrat ExtraBold"/>
                  <a:cs typeface="Montserrat ExtraBold"/>
                  <a:sym typeface="Montserrat ExtraBold"/>
                </a:rPr>
                <a:t>Nov</a:t>
              </a:r>
              <a:endParaRPr sz="900">
                <a:solidFill>
                  <a:srgbClr val="B7B7B7"/>
                </a:solidFill>
                <a:latin typeface="Montserrat ExtraBold"/>
                <a:ea typeface="Montserrat ExtraBold"/>
                <a:cs typeface="Montserrat ExtraBold"/>
                <a:sym typeface="Montserrat ExtraBold"/>
              </a:endParaRPr>
            </a:p>
          </p:txBody>
        </p:sp>
      </p:grpSp>
      <p:grpSp>
        <p:nvGrpSpPr>
          <p:cNvPr id="296" name="Google Shape;296;p27"/>
          <p:cNvGrpSpPr/>
          <p:nvPr/>
        </p:nvGrpSpPr>
        <p:grpSpPr>
          <a:xfrm>
            <a:off x="5099415" y="2339075"/>
            <a:ext cx="483900" cy="1273250"/>
            <a:chOff x="239312" y="2186675"/>
            <a:chExt cx="483900" cy="1273250"/>
          </a:xfrm>
        </p:grpSpPr>
        <p:cxnSp>
          <p:nvCxnSpPr>
            <p:cNvPr id="297" name="Google Shape;297;p27"/>
            <p:cNvCxnSpPr/>
            <p:nvPr/>
          </p:nvCxnSpPr>
          <p:spPr>
            <a:xfrm>
              <a:off x="253600" y="2186675"/>
              <a:ext cx="0" cy="1251600"/>
            </a:xfrm>
            <a:prstGeom prst="straightConnector1">
              <a:avLst/>
            </a:prstGeom>
            <a:noFill/>
            <a:ln cap="flat" cmpd="sng" w="19050">
              <a:solidFill>
                <a:srgbClr val="EFEFEF"/>
              </a:solidFill>
              <a:prstDash val="solid"/>
              <a:round/>
              <a:headEnd len="med" w="med" type="none"/>
              <a:tailEnd len="med" w="med" type="none"/>
            </a:ln>
          </p:spPr>
        </p:cxnSp>
        <p:sp>
          <p:nvSpPr>
            <p:cNvPr id="298" name="Google Shape;298;p27"/>
            <p:cNvSpPr txBox="1"/>
            <p:nvPr/>
          </p:nvSpPr>
          <p:spPr>
            <a:xfrm>
              <a:off x="239312" y="3140725"/>
              <a:ext cx="483900" cy="319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rgbClr val="000000"/>
                </a:buClr>
                <a:buSzPts val="1100"/>
                <a:buFont typeface="Arial"/>
                <a:buNone/>
              </a:pPr>
              <a:r>
                <a:rPr lang="en" sz="900">
                  <a:solidFill>
                    <a:srgbClr val="B7B7B7"/>
                  </a:solidFill>
                  <a:latin typeface="Montserrat ExtraBold"/>
                  <a:ea typeface="Montserrat ExtraBold"/>
                  <a:cs typeface="Montserrat ExtraBold"/>
                  <a:sym typeface="Montserrat ExtraBold"/>
                </a:rPr>
                <a:t>Dec</a:t>
              </a:r>
              <a:endParaRPr sz="900">
                <a:solidFill>
                  <a:srgbClr val="B7B7B7"/>
                </a:solidFill>
                <a:latin typeface="Montserrat ExtraBold"/>
                <a:ea typeface="Montserrat ExtraBold"/>
                <a:cs typeface="Montserrat ExtraBold"/>
                <a:sym typeface="Montserrat ExtraBold"/>
              </a:endParaRPr>
            </a:p>
          </p:txBody>
        </p:sp>
      </p:grpSp>
      <p:cxnSp>
        <p:nvCxnSpPr>
          <p:cNvPr id="299" name="Google Shape;299;p27"/>
          <p:cNvCxnSpPr/>
          <p:nvPr/>
        </p:nvCxnSpPr>
        <p:spPr>
          <a:xfrm>
            <a:off x="7365806" y="2339075"/>
            <a:ext cx="0" cy="1251600"/>
          </a:xfrm>
          <a:prstGeom prst="straightConnector1">
            <a:avLst/>
          </a:prstGeom>
          <a:noFill/>
          <a:ln cap="flat" cmpd="sng" w="19050">
            <a:solidFill>
              <a:srgbClr val="EFEFEF"/>
            </a:solidFill>
            <a:prstDash val="solid"/>
            <a:round/>
            <a:headEnd len="med" w="med" type="none"/>
            <a:tailEnd len="med" w="med" type="none"/>
          </a:ln>
        </p:spPr>
      </p:cxnSp>
      <p:cxnSp>
        <p:nvCxnSpPr>
          <p:cNvPr id="300" name="Google Shape;300;p27"/>
          <p:cNvCxnSpPr/>
          <p:nvPr/>
        </p:nvCxnSpPr>
        <p:spPr>
          <a:xfrm>
            <a:off x="6876031" y="3011786"/>
            <a:ext cx="2064300" cy="6000"/>
          </a:xfrm>
          <a:prstGeom prst="straightConnector1">
            <a:avLst/>
          </a:prstGeom>
          <a:noFill/>
          <a:ln cap="flat" cmpd="sng" w="28575">
            <a:solidFill>
              <a:srgbClr val="0097CE"/>
            </a:solidFill>
            <a:prstDash val="dot"/>
            <a:round/>
            <a:headEnd len="med" w="med" type="none"/>
            <a:tailEnd len="med" w="med" type="none"/>
          </a:ln>
        </p:spPr>
      </p:cxnSp>
      <p:cxnSp>
        <p:nvCxnSpPr>
          <p:cNvPr id="301" name="Google Shape;301;p27"/>
          <p:cNvCxnSpPr/>
          <p:nvPr/>
        </p:nvCxnSpPr>
        <p:spPr>
          <a:xfrm flipH="1" rot="10800000">
            <a:off x="326258" y="3006625"/>
            <a:ext cx="6540900" cy="25500"/>
          </a:xfrm>
          <a:prstGeom prst="straightConnector1">
            <a:avLst/>
          </a:prstGeom>
          <a:noFill/>
          <a:ln cap="flat" cmpd="sng" w="19050">
            <a:solidFill>
              <a:srgbClr val="CCCCCC"/>
            </a:solidFill>
            <a:prstDash val="solid"/>
            <a:round/>
            <a:headEnd len="med" w="med" type="none"/>
            <a:tailEnd len="med" w="med" type="none"/>
          </a:ln>
        </p:spPr>
      </p:cxnSp>
      <p:sp>
        <p:nvSpPr>
          <p:cNvPr id="302" name="Google Shape;302;p27"/>
          <p:cNvSpPr/>
          <p:nvPr/>
        </p:nvSpPr>
        <p:spPr>
          <a:xfrm>
            <a:off x="7722045" y="2952761"/>
            <a:ext cx="145800" cy="145800"/>
          </a:xfrm>
          <a:prstGeom prst="ellipse">
            <a:avLst/>
          </a:prstGeom>
          <a:solidFill>
            <a:srgbClr val="009F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cxnSp>
        <p:nvCxnSpPr>
          <p:cNvPr id="303" name="Google Shape;303;p27"/>
          <p:cNvCxnSpPr/>
          <p:nvPr/>
        </p:nvCxnSpPr>
        <p:spPr>
          <a:xfrm>
            <a:off x="7794956" y="3098550"/>
            <a:ext cx="0" cy="559200"/>
          </a:xfrm>
          <a:prstGeom prst="straightConnector1">
            <a:avLst/>
          </a:prstGeom>
          <a:noFill/>
          <a:ln cap="flat" cmpd="sng" w="19050">
            <a:solidFill>
              <a:srgbClr val="009FD9"/>
            </a:solidFill>
            <a:prstDash val="solid"/>
            <a:round/>
            <a:headEnd len="med" w="med" type="none"/>
            <a:tailEnd len="med" w="med" type="none"/>
          </a:ln>
        </p:spPr>
      </p:cxnSp>
      <p:sp>
        <p:nvSpPr>
          <p:cNvPr id="304" name="Google Shape;304;p27"/>
          <p:cNvSpPr txBox="1"/>
          <p:nvPr/>
        </p:nvSpPr>
        <p:spPr>
          <a:xfrm rot="-874">
            <a:off x="7663256" y="3604584"/>
            <a:ext cx="1179600" cy="66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latin typeface="Montserrat"/>
                <a:ea typeface="Montserrat"/>
                <a:cs typeface="Montserrat"/>
                <a:sym typeface="Montserrat"/>
              </a:rPr>
              <a:t>Jan 8</a:t>
            </a:r>
            <a:endParaRPr sz="1000">
              <a:latin typeface="Montserrat"/>
              <a:ea typeface="Montserrat"/>
              <a:cs typeface="Montserrat"/>
              <a:sym typeface="Montserrat"/>
            </a:endParaRPr>
          </a:p>
          <a:p>
            <a:pPr indent="0" lvl="0" marL="0" rtl="0" algn="l">
              <a:spcBef>
                <a:spcPts val="0"/>
              </a:spcBef>
              <a:spcAft>
                <a:spcPts val="0"/>
              </a:spcAft>
              <a:buNone/>
            </a:pPr>
            <a:r>
              <a:rPr lang="en" sz="1000">
                <a:solidFill>
                  <a:srgbClr val="009FD9"/>
                </a:solidFill>
                <a:latin typeface="Montserrat ExtraBold"/>
                <a:ea typeface="Montserrat ExtraBold"/>
                <a:cs typeface="Montserrat ExtraBold"/>
                <a:sym typeface="Montserrat ExtraBold"/>
              </a:rPr>
              <a:t>2021 Roadmap</a:t>
            </a:r>
            <a:endParaRPr sz="1000">
              <a:solidFill>
                <a:srgbClr val="009FD9"/>
              </a:solidFill>
              <a:latin typeface="Montserrat ExtraBold"/>
              <a:ea typeface="Montserrat ExtraBold"/>
              <a:cs typeface="Montserrat ExtraBold"/>
              <a:sym typeface="Montserrat ExtraBold"/>
            </a:endParaRPr>
          </a:p>
        </p:txBody>
      </p:sp>
      <p:sp>
        <p:nvSpPr>
          <p:cNvPr id="305" name="Google Shape;305;p27"/>
          <p:cNvSpPr/>
          <p:nvPr/>
        </p:nvSpPr>
        <p:spPr>
          <a:xfrm>
            <a:off x="5914691" y="2952761"/>
            <a:ext cx="145800" cy="145800"/>
          </a:xfrm>
          <a:prstGeom prst="ellipse">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cxnSp>
        <p:nvCxnSpPr>
          <p:cNvPr id="306" name="Google Shape;306;p27"/>
          <p:cNvCxnSpPr/>
          <p:nvPr/>
        </p:nvCxnSpPr>
        <p:spPr>
          <a:xfrm>
            <a:off x="5992962" y="3093651"/>
            <a:ext cx="0" cy="559200"/>
          </a:xfrm>
          <a:prstGeom prst="straightConnector1">
            <a:avLst/>
          </a:prstGeom>
          <a:noFill/>
          <a:ln cap="flat" cmpd="sng" w="19050">
            <a:solidFill>
              <a:srgbClr val="434343"/>
            </a:solidFill>
            <a:prstDash val="solid"/>
            <a:round/>
            <a:headEnd len="med" w="med" type="none"/>
            <a:tailEnd len="med" w="med" type="none"/>
          </a:ln>
        </p:spPr>
      </p:cxnSp>
      <p:sp>
        <p:nvSpPr>
          <p:cNvPr id="307" name="Google Shape;307;p27"/>
          <p:cNvSpPr txBox="1"/>
          <p:nvPr/>
        </p:nvSpPr>
        <p:spPr>
          <a:xfrm rot="-874">
            <a:off x="5861262" y="3604584"/>
            <a:ext cx="1179600" cy="66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latin typeface="Montserrat"/>
                <a:ea typeface="Montserrat"/>
                <a:cs typeface="Montserrat"/>
                <a:sym typeface="Montserrat"/>
              </a:rPr>
              <a:t>Dec 9</a:t>
            </a:r>
            <a:endParaRPr sz="1000">
              <a:latin typeface="Montserrat"/>
              <a:ea typeface="Montserrat"/>
              <a:cs typeface="Montserrat"/>
              <a:sym typeface="Montserrat"/>
            </a:endParaRPr>
          </a:p>
          <a:p>
            <a:pPr indent="0" lvl="0" marL="0" rtl="0" algn="l">
              <a:spcBef>
                <a:spcPts val="0"/>
              </a:spcBef>
              <a:spcAft>
                <a:spcPts val="0"/>
              </a:spcAft>
              <a:buNone/>
            </a:pPr>
            <a:r>
              <a:rPr lang="en" sz="1000">
                <a:latin typeface="Montserrat ExtraBold"/>
                <a:ea typeface="Montserrat ExtraBold"/>
                <a:cs typeface="Montserrat ExtraBold"/>
                <a:sym typeface="Montserrat ExtraBold"/>
              </a:rPr>
              <a:t>V2 feedback</a:t>
            </a:r>
            <a:endParaRPr sz="1000">
              <a:latin typeface="Montserrat ExtraBold"/>
              <a:ea typeface="Montserrat ExtraBold"/>
              <a:cs typeface="Montserrat ExtraBold"/>
              <a:sym typeface="Montserrat ExtraBold"/>
            </a:endParaRPr>
          </a:p>
        </p:txBody>
      </p:sp>
      <p:sp>
        <p:nvSpPr>
          <p:cNvPr id="308" name="Google Shape;308;p27"/>
          <p:cNvSpPr txBox="1"/>
          <p:nvPr/>
        </p:nvSpPr>
        <p:spPr>
          <a:xfrm rot="-874">
            <a:off x="6659549" y="1640132"/>
            <a:ext cx="1179600" cy="6612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1000">
                <a:latin typeface="Montserrat"/>
                <a:ea typeface="Montserrat"/>
                <a:cs typeface="Montserrat"/>
                <a:sym typeface="Montserrat"/>
              </a:rPr>
              <a:t>Dec 18</a:t>
            </a:r>
            <a:endParaRPr sz="1000">
              <a:latin typeface="Montserrat"/>
              <a:ea typeface="Montserrat"/>
              <a:cs typeface="Montserrat"/>
              <a:sym typeface="Montserrat"/>
            </a:endParaRPr>
          </a:p>
          <a:p>
            <a:pPr indent="0" lvl="0" marL="0" rtl="0" algn="l">
              <a:spcBef>
                <a:spcPts val="0"/>
              </a:spcBef>
              <a:spcAft>
                <a:spcPts val="0"/>
              </a:spcAft>
              <a:buNone/>
            </a:pPr>
            <a:r>
              <a:rPr lang="en" sz="1000">
                <a:solidFill>
                  <a:srgbClr val="009FD9"/>
                </a:solidFill>
                <a:latin typeface="Montserrat ExtraBold"/>
                <a:ea typeface="Montserrat ExtraBold"/>
                <a:cs typeface="Montserrat ExtraBold"/>
                <a:sym typeface="Montserrat ExtraBold"/>
              </a:rPr>
              <a:t>Final Plan</a:t>
            </a:r>
            <a:endParaRPr sz="1000">
              <a:solidFill>
                <a:srgbClr val="009FD9"/>
              </a:solidFill>
              <a:latin typeface="Montserrat ExtraBold"/>
              <a:ea typeface="Montserrat ExtraBold"/>
              <a:cs typeface="Montserrat ExtraBold"/>
              <a:sym typeface="Montserrat ExtraBold"/>
            </a:endParaRPr>
          </a:p>
          <a:p>
            <a:pPr indent="0" lvl="0" marL="0" rtl="0" algn="l">
              <a:spcBef>
                <a:spcPts val="0"/>
              </a:spcBef>
              <a:spcAft>
                <a:spcPts val="0"/>
              </a:spcAft>
              <a:buNone/>
            </a:pPr>
            <a:r>
              <a:rPr i="1" lang="en" sz="1000">
                <a:solidFill>
                  <a:srgbClr val="009FD9"/>
                </a:solidFill>
                <a:latin typeface="Montserrat Medium"/>
                <a:ea typeface="Montserrat Medium"/>
                <a:cs typeface="Montserrat Medium"/>
                <a:sym typeface="Montserrat Medium"/>
              </a:rPr>
              <a:t>Lock the Path</a:t>
            </a:r>
            <a:endParaRPr i="1" sz="1000">
              <a:solidFill>
                <a:srgbClr val="009FD9"/>
              </a:solidFill>
              <a:latin typeface="Montserrat Medium"/>
              <a:ea typeface="Montserrat Medium"/>
              <a:cs typeface="Montserrat Medium"/>
              <a:sym typeface="Montserrat Medium"/>
            </a:endParaRPr>
          </a:p>
        </p:txBody>
      </p:sp>
      <p:cxnSp>
        <p:nvCxnSpPr>
          <p:cNvPr id="309" name="Google Shape;309;p27"/>
          <p:cNvCxnSpPr/>
          <p:nvPr/>
        </p:nvCxnSpPr>
        <p:spPr>
          <a:xfrm>
            <a:off x="6802961" y="2271725"/>
            <a:ext cx="0" cy="673200"/>
          </a:xfrm>
          <a:prstGeom prst="straightConnector1">
            <a:avLst/>
          </a:prstGeom>
          <a:noFill/>
          <a:ln cap="flat" cmpd="sng" w="19050">
            <a:solidFill>
              <a:srgbClr val="009FD9"/>
            </a:solidFill>
            <a:prstDash val="solid"/>
            <a:round/>
            <a:headEnd len="med" w="med" type="none"/>
            <a:tailEnd len="med" w="med" type="none"/>
          </a:ln>
        </p:spPr>
      </p:cxnSp>
      <p:grpSp>
        <p:nvGrpSpPr>
          <p:cNvPr id="310" name="Google Shape;310;p27"/>
          <p:cNvGrpSpPr/>
          <p:nvPr/>
        </p:nvGrpSpPr>
        <p:grpSpPr>
          <a:xfrm>
            <a:off x="6687615" y="2903900"/>
            <a:ext cx="230700" cy="230700"/>
            <a:chOff x="5919192" y="4370700"/>
            <a:chExt cx="230700" cy="230700"/>
          </a:xfrm>
        </p:grpSpPr>
        <p:sp>
          <p:nvSpPr>
            <p:cNvPr id="311" name="Google Shape;311;p27"/>
            <p:cNvSpPr/>
            <p:nvPr/>
          </p:nvSpPr>
          <p:spPr>
            <a:xfrm>
              <a:off x="5919192" y="4370700"/>
              <a:ext cx="230700" cy="230700"/>
            </a:xfrm>
            <a:prstGeom prst="ellipse">
              <a:avLst/>
            </a:prstGeom>
            <a:solidFill>
              <a:srgbClr val="FAFAFA"/>
            </a:solidFill>
            <a:ln cap="flat" cmpd="sng" w="19050">
              <a:solidFill>
                <a:srgbClr val="009F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sp>
          <p:nvSpPr>
            <p:cNvPr id="312" name="Google Shape;312;p27"/>
            <p:cNvSpPr/>
            <p:nvPr/>
          </p:nvSpPr>
          <p:spPr>
            <a:xfrm>
              <a:off x="5961648" y="4411786"/>
              <a:ext cx="145800" cy="145800"/>
            </a:xfrm>
            <a:prstGeom prst="ellipse">
              <a:avLst/>
            </a:prstGeom>
            <a:solidFill>
              <a:srgbClr val="009F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grpSp>
      <p:sp>
        <p:nvSpPr>
          <p:cNvPr id="313" name="Google Shape;313;p27"/>
          <p:cNvSpPr/>
          <p:nvPr/>
        </p:nvSpPr>
        <p:spPr>
          <a:xfrm>
            <a:off x="5235897" y="2944986"/>
            <a:ext cx="145800" cy="145800"/>
          </a:xfrm>
          <a:prstGeom prst="ellipse">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sp>
        <p:nvSpPr>
          <p:cNvPr id="314" name="Google Shape;314;p27"/>
          <p:cNvSpPr txBox="1"/>
          <p:nvPr/>
        </p:nvSpPr>
        <p:spPr>
          <a:xfrm rot="-874">
            <a:off x="5138275" y="1640132"/>
            <a:ext cx="1179600" cy="6612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1000">
                <a:latin typeface="Montserrat"/>
                <a:ea typeface="Montserrat"/>
                <a:cs typeface="Montserrat"/>
                <a:sym typeface="Montserrat"/>
              </a:rPr>
              <a:t>Dec 3</a:t>
            </a:r>
            <a:endParaRPr sz="1000">
              <a:latin typeface="Montserrat"/>
              <a:ea typeface="Montserrat"/>
              <a:cs typeface="Montserrat"/>
              <a:sym typeface="Montserrat"/>
            </a:endParaRPr>
          </a:p>
          <a:p>
            <a:pPr indent="0" lvl="0" marL="0" rtl="0" algn="l">
              <a:spcBef>
                <a:spcPts val="0"/>
              </a:spcBef>
              <a:spcAft>
                <a:spcPts val="0"/>
              </a:spcAft>
              <a:buNone/>
            </a:pPr>
            <a:r>
              <a:rPr lang="en" sz="1000">
                <a:latin typeface="Montserrat ExtraBold"/>
                <a:ea typeface="Montserrat ExtraBold"/>
                <a:cs typeface="Montserrat ExtraBold"/>
                <a:sym typeface="Montserrat ExtraBold"/>
              </a:rPr>
              <a:t>Plan V2</a:t>
            </a:r>
            <a:endParaRPr sz="1000">
              <a:latin typeface="Montserrat ExtraBold"/>
              <a:ea typeface="Montserrat ExtraBold"/>
              <a:cs typeface="Montserrat ExtraBold"/>
              <a:sym typeface="Montserrat ExtraBold"/>
            </a:endParaRPr>
          </a:p>
          <a:p>
            <a:pPr indent="0" lvl="0" marL="0" rtl="0" algn="l">
              <a:spcBef>
                <a:spcPts val="0"/>
              </a:spcBef>
              <a:spcAft>
                <a:spcPts val="0"/>
              </a:spcAft>
              <a:buNone/>
            </a:pPr>
            <a:r>
              <a:rPr i="1" lang="en" sz="1000">
                <a:latin typeface="Montserrat Medium"/>
                <a:ea typeface="Montserrat Medium"/>
                <a:cs typeface="Montserrat Medium"/>
                <a:sym typeface="Montserrat Medium"/>
              </a:rPr>
              <a:t>Close the Gap</a:t>
            </a:r>
            <a:endParaRPr i="1" sz="1000">
              <a:latin typeface="Montserrat Medium"/>
              <a:ea typeface="Montserrat Medium"/>
              <a:cs typeface="Montserrat Medium"/>
              <a:sym typeface="Montserrat Medium"/>
            </a:endParaRPr>
          </a:p>
        </p:txBody>
      </p:sp>
      <p:cxnSp>
        <p:nvCxnSpPr>
          <p:cNvPr id="315" name="Google Shape;315;p27"/>
          <p:cNvCxnSpPr/>
          <p:nvPr/>
        </p:nvCxnSpPr>
        <p:spPr>
          <a:xfrm>
            <a:off x="5307876" y="2276475"/>
            <a:ext cx="0" cy="668400"/>
          </a:xfrm>
          <a:prstGeom prst="straightConnector1">
            <a:avLst/>
          </a:prstGeom>
          <a:noFill/>
          <a:ln cap="flat" cmpd="sng" w="19050">
            <a:solidFill>
              <a:srgbClr val="000000"/>
            </a:solidFill>
            <a:prstDash val="solid"/>
            <a:round/>
            <a:headEnd len="med" w="med" type="none"/>
            <a:tailEnd len="med" w="med" type="none"/>
          </a:ln>
        </p:spPr>
      </p:cxnSp>
      <p:sp>
        <p:nvSpPr>
          <p:cNvPr id="316" name="Google Shape;316;p27"/>
          <p:cNvSpPr/>
          <p:nvPr/>
        </p:nvSpPr>
        <p:spPr>
          <a:xfrm>
            <a:off x="3845381" y="2952761"/>
            <a:ext cx="145800" cy="145800"/>
          </a:xfrm>
          <a:prstGeom prst="ellipse">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cxnSp>
        <p:nvCxnSpPr>
          <p:cNvPr id="317" name="Google Shape;317;p27"/>
          <p:cNvCxnSpPr/>
          <p:nvPr/>
        </p:nvCxnSpPr>
        <p:spPr>
          <a:xfrm>
            <a:off x="3913908" y="3093651"/>
            <a:ext cx="0" cy="559200"/>
          </a:xfrm>
          <a:prstGeom prst="straightConnector1">
            <a:avLst/>
          </a:prstGeom>
          <a:noFill/>
          <a:ln cap="flat" cmpd="sng" w="19050">
            <a:solidFill>
              <a:srgbClr val="434343"/>
            </a:solidFill>
            <a:prstDash val="solid"/>
            <a:round/>
            <a:headEnd len="med" w="med" type="none"/>
            <a:tailEnd len="med" w="med" type="none"/>
          </a:ln>
        </p:spPr>
      </p:cxnSp>
      <p:sp>
        <p:nvSpPr>
          <p:cNvPr id="318" name="Google Shape;318;p27"/>
          <p:cNvSpPr txBox="1"/>
          <p:nvPr/>
        </p:nvSpPr>
        <p:spPr>
          <a:xfrm rot="-874">
            <a:off x="3782207" y="3604584"/>
            <a:ext cx="1179600" cy="66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latin typeface="Montserrat"/>
                <a:ea typeface="Montserrat"/>
                <a:cs typeface="Montserrat"/>
                <a:sym typeface="Montserrat"/>
              </a:rPr>
              <a:t>Nov 17</a:t>
            </a:r>
            <a:endParaRPr sz="1000">
              <a:latin typeface="Montserrat"/>
              <a:ea typeface="Montserrat"/>
              <a:cs typeface="Montserrat"/>
              <a:sym typeface="Montserrat"/>
            </a:endParaRPr>
          </a:p>
          <a:p>
            <a:pPr indent="0" lvl="0" marL="0" rtl="0" algn="l">
              <a:spcBef>
                <a:spcPts val="0"/>
              </a:spcBef>
              <a:spcAft>
                <a:spcPts val="0"/>
              </a:spcAft>
              <a:buNone/>
            </a:pPr>
            <a:r>
              <a:rPr lang="en" sz="1000">
                <a:latin typeface="Montserrat ExtraBold"/>
                <a:ea typeface="Montserrat ExtraBold"/>
                <a:cs typeface="Montserrat ExtraBold"/>
                <a:sym typeface="Montserrat ExtraBold"/>
              </a:rPr>
              <a:t>V1 feedback</a:t>
            </a:r>
            <a:endParaRPr sz="1000">
              <a:latin typeface="Montserrat ExtraBold"/>
              <a:ea typeface="Montserrat ExtraBold"/>
              <a:cs typeface="Montserrat ExtraBold"/>
              <a:sym typeface="Montserrat ExtraBold"/>
            </a:endParaRPr>
          </a:p>
        </p:txBody>
      </p:sp>
      <p:sp>
        <p:nvSpPr>
          <p:cNvPr id="319" name="Google Shape;319;p27"/>
          <p:cNvSpPr/>
          <p:nvPr/>
        </p:nvSpPr>
        <p:spPr>
          <a:xfrm>
            <a:off x="3273868" y="2944986"/>
            <a:ext cx="145800" cy="145800"/>
          </a:xfrm>
          <a:prstGeom prst="ellipse">
            <a:avLst/>
          </a:prstGeom>
          <a:solidFill>
            <a:srgbClr val="4343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sp>
        <p:nvSpPr>
          <p:cNvPr id="320" name="Google Shape;320;p27"/>
          <p:cNvSpPr txBox="1"/>
          <p:nvPr/>
        </p:nvSpPr>
        <p:spPr>
          <a:xfrm rot="-874">
            <a:off x="3235775" y="1640132"/>
            <a:ext cx="1179600" cy="6612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1000">
                <a:latin typeface="Montserrat"/>
                <a:ea typeface="Montserrat"/>
                <a:cs typeface="Montserrat"/>
                <a:sym typeface="Montserrat"/>
              </a:rPr>
              <a:t>Nov 10</a:t>
            </a:r>
            <a:endParaRPr sz="1000">
              <a:latin typeface="Montserrat"/>
              <a:ea typeface="Montserrat"/>
              <a:cs typeface="Montserrat"/>
              <a:sym typeface="Montserrat"/>
            </a:endParaRPr>
          </a:p>
          <a:p>
            <a:pPr indent="0" lvl="0" marL="0" rtl="0" algn="l">
              <a:spcBef>
                <a:spcPts val="0"/>
              </a:spcBef>
              <a:spcAft>
                <a:spcPts val="0"/>
              </a:spcAft>
              <a:buNone/>
            </a:pPr>
            <a:r>
              <a:rPr lang="en" sz="1000">
                <a:latin typeface="Montserrat ExtraBold"/>
                <a:ea typeface="Montserrat ExtraBold"/>
                <a:cs typeface="Montserrat ExtraBold"/>
                <a:sym typeface="Montserrat ExtraBold"/>
              </a:rPr>
              <a:t>Plan V1</a:t>
            </a:r>
            <a:endParaRPr sz="1000">
              <a:latin typeface="Montserrat ExtraBold"/>
              <a:ea typeface="Montserrat ExtraBold"/>
              <a:cs typeface="Montserrat ExtraBold"/>
              <a:sym typeface="Montserrat ExtraBold"/>
            </a:endParaRPr>
          </a:p>
          <a:p>
            <a:pPr indent="0" lvl="0" marL="0" rtl="0" algn="l">
              <a:spcBef>
                <a:spcPts val="0"/>
              </a:spcBef>
              <a:spcAft>
                <a:spcPts val="0"/>
              </a:spcAft>
              <a:buNone/>
            </a:pPr>
            <a:r>
              <a:rPr i="1" lang="en" sz="1000">
                <a:latin typeface="Montserrat Medium"/>
                <a:ea typeface="Montserrat Medium"/>
                <a:cs typeface="Montserrat Medium"/>
                <a:sym typeface="Montserrat Medium"/>
              </a:rPr>
              <a:t>First View</a:t>
            </a:r>
            <a:endParaRPr i="1" sz="1000">
              <a:latin typeface="Montserrat Medium"/>
              <a:ea typeface="Montserrat Medium"/>
              <a:cs typeface="Montserrat Medium"/>
              <a:sym typeface="Montserrat Medium"/>
            </a:endParaRPr>
          </a:p>
        </p:txBody>
      </p:sp>
      <p:cxnSp>
        <p:nvCxnSpPr>
          <p:cNvPr id="321" name="Google Shape;321;p27"/>
          <p:cNvCxnSpPr/>
          <p:nvPr/>
        </p:nvCxnSpPr>
        <p:spPr>
          <a:xfrm>
            <a:off x="3355691" y="2286000"/>
            <a:ext cx="0" cy="659100"/>
          </a:xfrm>
          <a:prstGeom prst="straightConnector1">
            <a:avLst/>
          </a:prstGeom>
          <a:noFill/>
          <a:ln cap="flat" cmpd="sng" w="19050">
            <a:solidFill>
              <a:srgbClr val="000000"/>
            </a:solidFill>
            <a:prstDash val="solid"/>
            <a:round/>
            <a:headEnd len="med" w="med" type="none"/>
            <a:tailEnd len="med" w="med" type="none"/>
          </a:ln>
        </p:spPr>
      </p:cxnSp>
      <p:sp>
        <p:nvSpPr>
          <p:cNvPr id="322" name="Google Shape;322;p27"/>
          <p:cNvSpPr/>
          <p:nvPr/>
        </p:nvSpPr>
        <p:spPr>
          <a:xfrm>
            <a:off x="1860107" y="2952761"/>
            <a:ext cx="145800" cy="145800"/>
          </a:xfrm>
          <a:prstGeom prst="ellipse">
            <a:avLst/>
          </a:prstGeom>
          <a:solidFill>
            <a:srgbClr val="6AA8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cxnSp>
        <p:nvCxnSpPr>
          <p:cNvPr id="323" name="Google Shape;323;p27"/>
          <p:cNvCxnSpPr/>
          <p:nvPr/>
        </p:nvCxnSpPr>
        <p:spPr>
          <a:xfrm>
            <a:off x="1934507" y="3093651"/>
            <a:ext cx="0" cy="559200"/>
          </a:xfrm>
          <a:prstGeom prst="straightConnector1">
            <a:avLst/>
          </a:prstGeom>
          <a:noFill/>
          <a:ln cap="flat" cmpd="sng" w="19050">
            <a:solidFill>
              <a:srgbClr val="6AA84F"/>
            </a:solidFill>
            <a:prstDash val="solid"/>
            <a:round/>
            <a:headEnd len="med" w="med" type="none"/>
            <a:tailEnd len="med" w="med" type="none"/>
          </a:ln>
        </p:spPr>
      </p:cxnSp>
      <p:sp>
        <p:nvSpPr>
          <p:cNvPr id="324" name="Google Shape;324;p27"/>
          <p:cNvSpPr txBox="1"/>
          <p:nvPr/>
        </p:nvSpPr>
        <p:spPr>
          <a:xfrm rot="-874">
            <a:off x="1802806" y="3604584"/>
            <a:ext cx="1179600" cy="66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latin typeface="Montserrat"/>
                <a:ea typeface="Montserrat"/>
                <a:cs typeface="Montserrat"/>
                <a:sym typeface="Montserrat"/>
              </a:rPr>
              <a:t>Oct 21</a:t>
            </a:r>
            <a:endParaRPr sz="1000">
              <a:latin typeface="Montserrat"/>
              <a:ea typeface="Montserrat"/>
              <a:cs typeface="Montserrat"/>
              <a:sym typeface="Montserrat"/>
            </a:endParaRPr>
          </a:p>
          <a:p>
            <a:pPr indent="0" lvl="0" marL="0" rtl="0" algn="l">
              <a:spcBef>
                <a:spcPts val="0"/>
              </a:spcBef>
              <a:spcAft>
                <a:spcPts val="0"/>
              </a:spcAft>
              <a:buNone/>
            </a:pPr>
            <a:r>
              <a:rPr lang="en" sz="1000">
                <a:solidFill>
                  <a:srgbClr val="6AA84F"/>
                </a:solidFill>
                <a:latin typeface="Montserrat ExtraBold"/>
                <a:ea typeface="Montserrat ExtraBold"/>
                <a:cs typeface="Montserrat ExtraBold"/>
                <a:sym typeface="Montserrat ExtraBold"/>
              </a:rPr>
              <a:t>Kickoff</a:t>
            </a:r>
            <a:endParaRPr sz="1000">
              <a:solidFill>
                <a:srgbClr val="6AA84F"/>
              </a:solidFill>
              <a:latin typeface="Montserrat ExtraBold"/>
              <a:ea typeface="Montserrat ExtraBold"/>
              <a:cs typeface="Montserrat ExtraBold"/>
              <a:sym typeface="Montserrat ExtraBold"/>
            </a:endParaRPr>
          </a:p>
        </p:txBody>
      </p:sp>
      <p:sp>
        <p:nvSpPr>
          <p:cNvPr id="325" name="Google Shape;325;p27"/>
          <p:cNvSpPr/>
          <p:nvPr/>
        </p:nvSpPr>
        <p:spPr>
          <a:xfrm>
            <a:off x="2456358" y="2944986"/>
            <a:ext cx="145800" cy="145800"/>
          </a:xfrm>
          <a:prstGeom prst="ellipse">
            <a:avLst/>
          </a:prstGeom>
          <a:solidFill>
            <a:srgbClr val="99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999999"/>
              </a:solidFill>
            </a:endParaRPr>
          </a:p>
        </p:txBody>
      </p:sp>
      <p:sp>
        <p:nvSpPr>
          <p:cNvPr id="326" name="Google Shape;326;p27"/>
          <p:cNvSpPr txBox="1"/>
          <p:nvPr/>
        </p:nvSpPr>
        <p:spPr>
          <a:xfrm>
            <a:off x="2397795" y="1657774"/>
            <a:ext cx="1117200" cy="55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latin typeface="Montserrat"/>
                <a:ea typeface="Montserrat"/>
                <a:cs typeface="Montserrat"/>
                <a:sym typeface="Montserrat"/>
              </a:rPr>
              <a:t>Oct 30</a:t>
            </a:r>
            <a:endParaRPr sz="1000">
              <a:latin typeface="Montserrat"/>
              <a:ea typeface="Montserrat"/>
              <a:cs typeface="Montserrat"/>
              <a:sym typeface="Montserrat"/>
            </a:endParaRPr>
          </a:p>
          <a:p>
            <a:pPr indent="0" lvl="0" marL="0" rtl="0" algn="l">
              <a:spcBef>
                <a:spcPts val="0"/>
              </a:spcBef>
              <a:spcAft>
                <a:spcPts val="0"/>
              </a:spcAft>
              <a:buNone/>
            </a:pPr>
            <a:r>
              <a:rPr lang="en" sz="1000">
                <a:solidFill>
                  <a:srgbClr val="666666"/>
                </a:solidFill>
                <a:latin typeface="Montserrat ExtraBold"/>
                <a:ea typeface="Montserrat ExtraBold"/>
                <a:cs typeface="Montserrat ExtraBold"/>
                <a:sym typeface="Montserrat ExtraBold"/>
              </a:rPr>
              <a:t>Analytics check in</a:t>
            </a:r>
            <a:endParaRPr sz="1000">
              <a:solidFill>
                <a:srgbClr val="666666"/>
              </a:solidFill>
              <a:latin typeface="Montserrat ExtraBold"/>
              <a:ea typeface="Montserrat ExtraBold"/>
              <a:cs typeface="Montserrat ExtraBold"/>
              <a:sym typeface="Montserrat ExtraBold"/>
            </a:endParaRPr>
          </a:p>
        </p:txBody>
      </p:sp>
      <p:cxnSp>
        <p:nvCxnSpPr>
          <p:cNvPr id="327" name="Google Shape;327;p27"/>
          <p:cNvCxnSpPr/>
          <p:nvPr/>
        </p:nvCxnSpPr>
        <p:spPr>
          <a:xfrm>
            <a:off x="2529269" y="2285875"/>
            <a:ext cx="0" cy="659100"/>
          </a:xfrm>
          <a:prstGeom prst="straightConnector1">
            <a:avLst/>
          </a:prstGeom>
          <a:noFill/>
          <a:ln cap="flat" cmpd="sng" w="19050">
            <a:solidFill>
              <a:srgbClr val="999999"/>
            </a:solidFill>
            <a:prstDash val="solid"/>
            <a:round/>
            <a:headEnd len="med" w="med" type="none"/>
            <a:tailEnd len="med" w="med" type="none"/>
          </a:ln>
        </p:spPr>
      </p:cxnSp>
      <p:sp>
        <p:nvSpPr>
          <p:cNvPr id="328" name="Google Shape;328;p27"/>
          <p:cNvSpPr/>
          <p:nvPr/>
        </p:nvSpPr>
        <p:spPr>
          <a:xfrm>
            <a:off x="924603" y="2947995"/>
            <a:ext cx="145800" cy="145800"/>
          </a:xfrm>
          <a:prstGeom prst="ellipse">
            <a:avLst/>
          </a:prstGeom>
          <a:solidFill>
            <a:srgbClr val="B6D7A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cxnSp>
        <p:nvCxnSpPr>
          <p:cNvPr id="329" name="Google Shape;329;p27"/>
          <p:cNvCxnSpPr/>
          <p:nvPr/>
        </p:nvCxnSpPr>
        <p:spPr>
          <a:xfrm>
            <a:off x="999003" y="3088886"/>
            <a:ext cx="0" cy="559200"/>
          </a:xfrm>
          <a:prstGeom prst="straightConnector1">
            <a:avLst/>
          </a:prstGeom>
          <a:noFill/>
          <a:ln cap="flat" cmpd="sng" w="19050">
            <a:solidFill>
              <a:srgbClr val="B6D7A8"/>
            </a:solidFill>
            <a:prstDash val="solid"/>
            <a:round/>
            <a:headEnd len="med" w="med" type="none"/>
            <a:tailEnd len="med" w="med" type="none"/>
          </a:ln>
        </p:spPr>
      </p:cxnSp>
      <p:sp>
        <p:nvSpPr>
          <p:cNvPr id="330" name="Google Shape;330;p27"/>
          <p:cNvSpPr txBox="1"/>
          <p:nvPr/>
        </p:nvSpPr>
        <p:spPr>
          <a:xfrm rot="-923">
            <a:off x="864533" y="3604577"/>
            <a:ext cx="1117200" cy="50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latin typeface="Montserrat"/>
                <a:ea typeface="Montserrat"/>
                <a:cs typeface="Montserrat"/>
                <a:sym typeface="Montserrat"/>
              </a:rPr>
              <a:t>Oct 15</a:t>
            </a:r>
            <a:endParaRPr sz="1000">
              <a:latin typeface="Montserrat"/>
              <a:ea typeface="Montserrat"/>
              <a:cs typeface="Montserrat"/>
              <a:sym typeface="Montserrat"/>
            </a:endParaRPr>
          </a:p>
          <a:p>
            <a:pPr indent="0" lvl="0" marL="0" rtl="0" algn="l">
              <a:spcBef>
                <a:spcPts val="0"/>
              </a:spcBef>
              <a:spcAft>
                <a:spcPts val="0"/>
              </a:spcAft>
              <a:buNone/>
            </a:pPr>
            <a:r>
              <a:rPr lang="en" sz="1000">
                <a:solidFill>
                  <a:srgbClr val="B6D7A8"/>
                </a:solidFill>
                <a:latin typeface="Montserrat ExtraBold"/>
                <a:ea typeface="Montserrat ExtraBold"/>
                <a:cs typeface="Montserrat ExtraBold"/>
                <a:sym typeface="Montserrat ExtraBold"/>
              </a:rPr>
              <a:t>Soft Launch</a:t>
            </a:r>
            <a:endParaRPr sz="1000">
              <a:solidFill>
                <a:srgbClr val="B6D7A8"/>
              </a:solidFill>
              <a:latin typeface="Montserrat ExtraBold"/>
              <a:ea typeface="Montserrat ExtraBold"/>
              <a:cs typeface="Montserrat ExtraBold"/>
              <a:sym typeface="Montserrat ExtraBold"/>
            </a:endParaRPr>
          </a:p>
        </p:txBody>
      </p:sp>
      <p:sp>
        <p:nvSpPr>
          <p:cNvPr id="331" name="Google Shape;331;p27"/>
          <p:cNvSpPr/>
          <p:nvPr/>
        </p:nvSpPr>
        <p:spPr>
          <a:xfrm>
            <a:off x="1139036" y="2944986"/>
            <a:ext cx="145800" cy="145800"/>
          </a:xfrm>
          <a:prstGeom prst="ellipse">
            <a:avLst/>
          </a:prstGeom>
          <a:solidFill>
            <a:srgbClr val="9999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999999"/>
              </a:solidFill>
            </a:endParaRPr>
          </a:p>
        </p:txBody>
      </p:sp>
      <p:sp>
        <p:nvSpPr>
          <p:cNvPr id="332" name="Google Shape;332;p27"/>
          <p:cNvSpPr txBox="1"/>
          <p:nvPr/>
        </p:nvSpPr>
        <p:spPr>
          <a:xfrm>
            <a:off x="1086863" y="1657775"/>
            <a:ext cx="1323900" cy="61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latin typeface="Montserrat"/>
                <a:ea typeface="Montserrat"/>
                <a:cs typeface="Montserrat"/>
                <a:sym typeface="Montserrat"/>
              </a:rPr>
              <a:t>Oct </a:t>
            </a:r>
            <a:r>
              <a:rPr lang="en" sz="1000">
                <a:latin typeface="Montserrat"/>
                <a:ea typeface="Montserrat"/>
                <a:cs typeface="Montserrat"/>
                <a:sym typeface="Montserrat"/>
              </a:rPr>
              <a:t>16</a:t>
            </a:r>
            <a:endParaRPr sz="1000">
              <a:latin typeface="Montserrat"/>
              <a:ea typeface="Montserrat"/>
              <a:cs typeface="Montserrat"/>
              <a:sym typeface="Montserrat"/>
            </a:endParaRPr>
          </a:p>
          <a:p>
            <a:pPr indent="0" lvl="0" marL="0" rtl="0" algn="l">
              <a:spcBef>
                <a:spcPts val="0"/>
              </a:spcBef>
              <a:spcAft>
                <a:spcPts val="0"/>
              </a:spcAft>
              <a:buNone/>
            </a:pPr>
            <a:r>
              <a:rPr lang="en" sz="1000">
                <a:solidFill>
                  <a:srgbClr val="666666"/>
                </a:solidFill>
                <a:latin typeface="Montserrat ExtraBold"/>
                <a:ea typeface="Montserrat ExtraBold"/>
                <a:cs typeface="Montserrat ExtraBold"/>
                <a:sym typeface="Montserrat ExtraBold"/>
              </a:rPr>
              <a:t>Revenue Funnel &amp; FA Leads</a:t>
            </a:r>
            <a:endParaRPr sz="1000">
              <a:solidFill>
                <a:srgbClr val="666666"/>
              </a:solidFill>
              <a:latin typeface="Montserrat ExtraBold"/>
              <a:ea typeface="Montserrat ExtraBold"/>
              <a:cs typeface="Montserrat ExtraBold"/>
              <a:sym typeface="Montserrat ExtraBold"/>
            </a:endParaRPr>
          </a:p>
        </p:txBody>
      </p:sp>
      <p:cxnSp>
        <p:nvCxnSpPr>
          <p:cNvPr id="333" name="Google Shape;333;p27"/>
          <p:cNvCxnSpPr/>
          <p:nvPr/>
        </p:nvCxnSpPr>
        <p:spPr>
          <a:xfrm>
            <a:off x="1211947" y="2285875"/>
            <a:ext cx="0" cy="659100"/>
          </a:xfrm>
          <a:prstGeom prst="straightConnector1">
            <a:avLst/>
          </a:prstGeom>
          <a:noFill/>
          <a:ln cap="flat" cmpd="sng" w="19050">
            <a:solidFill>
              <a:srgbClr val="999999"/>
            </a:solidFill>
            <a:prstDash val="solid"/>
            <a:round/>
            <a:headEnd len="med" w="med" type="none"/>
            <a:tailEnd len="med" w="med" type="none"/>
          </a:ln>
        </p:spPr>
      </p:cxnSp>
      <p:cxnSp>
        <p:nvCxnSpPr>
          <p:cNvPr id="334" name="Google Shape;334;p27"/>
          <p:cNvCxnSpPr/>
          <p:nvPr/>
        </p:nvCxnSpPr>
        <p:spPr>
          <a:xfrm>
            <a:off x="8950375" y="2333675"/>
            <a:ext cx="0" cy="1251600"/>
          </a:xfrm>
          <a:prstGeom prst="straightConnector1">
            <a:avLst/>
          </a:prstGeom>
          <a:noFill/>
          <a:ln cap="flat" cmpd="sng" w="19050">
            <a:solidFill>
              <a:srgbClr val="EFEFEF"/>
            </a:solidFill>
            <a:prstDash val="solid"/>
            <a:round/>
            <a:headEnd len="med" w="med" type="none"/>
            <a:tailEnd len="med" w="med" type="none"/>
          </a:ln>
        </p:spPr>
      </p:cxnSp>
      <p:sp>
        <p:nvSpPr>
          <p:cNvPr id="335" name="Google Shape;335;p27"/>
          <p:cNvSpPr txBox="1"/>
          <p:nvPr/>
        </p:nvSpPr>
        <p:spPr>
          <a:xfrm>
            <a:off x="7321638" y="3306740"/>
            <a:ext cx="483900" cy="319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rgbClr val="000000"/>
              </a:buClr>
              <a:buSzPts val="1100"/>
              <a:buFont typeface="Arial"/>
              <a:buNone/>
            </a:pPr>
            <a:r>
              <a:rPr lang="en" sz="900">
                <a:solidFill>
                  <a:srgbClr val="B7B7B7"/>
                </a:solidFill>
                <a:latin typeface="Montserrat ExtraBold"/>
                <a:ea typeface="Montserrat ExtraBold"/>
                <a:cs typeface="Montserrat ExtraBold"/>
                <a:sym typeface="Montserrat ExtraBold"/>
              </a:rPr>
              <a:t>Jan</a:t>
            </a:r>
            <a:endParaRPr sz="900">
              <a:solidFill>
                <a:srgbClr val="B7B7B7"/>
              </a:solidFill>
              <a:latin typeface="Montserrat ExtraBold"/>
              <a:ea typeface="Montserrat ExtraBold"/>
              <a:cs typeface="Montserrat ExtraBold"/>
              <a:sym typeface="Montserrat ExtraBold"/>
            </a:endParaRPr>
          </a:p>
        </p:txBody>
      </p:sp>
      <p:sp>
        <p:nvSpPr>
          <p:cNvPr id="336" name="Google Shape;336;p27"/>
          <p:cNvSpPr/>
          <p:nvPr/>
        </p:nvSpPr>
        <p:spPr>
          <a:xfrm>
            <a:off x="8352571" y="2944886"/>
            <a:ext cx="145800" cy="145800"/>
          </a:xfrm>
          <a:prstGeom prst="ellipse">
            <a:avLst/>
          </a:prstGeom>
          <a:solidFill>
            <a:srgbClr val="009F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cxnSp>
        <p:nvCxnSpPr>
          <p:cNvPr id="337" name="Google Shape;337;p27"/>
          <p:cNvCxnSpPr/>
          <p:nvPr/>
        </p:nvCxnSpPr>
        <p:spPr>
          <a:xfrm>
            <a:off x="8425463" y="2271725"/>
            <a:ext cx="0" cy="673200"/>
          </a:xfrm>
          <a:prstGeom prst="straightConnector1">
            <a:avLst/>
          </a:prstGeom>
          <a:noFill/>
          <a:ln cap="flat" cmpd="sng" w="19050">
            <a:solidFill>
              <a:srgbClr val="009FD9"/>
            </a:solidFill>
            <a:prstDash val="solid"/>
            <a:round/>
            <a:headEnd len="med" w="med" type="none"/>
            <a:tailEnd len="med" w="med" type="none"/>
          </a:ln>
        </p:spPr>
      </p:cxnSp>
      <p:sp>
        <p:nvSpPr>
          <p:cNvPr id="338" name="Google Shape;338;p27"/>
          <p:cNvSpPr txBox="1"/>
          <p:nvPr/>
        </p:nvSpPr>
        <p:spPr>
          <a:xfrm rot="-874">
            <a:off x="7977705" y="1635382"/>
            <a:ext cx="1179600" cy="6612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1000">
                <a:latin typeface="Montserrat"/>
                <a:ea typeface="Montserrat"/>
                <a:cs typeface="Montserrat"/>
                <a:sym typeface="Montserrat"/>
              </a:rPr>
              <a:t>Jan 27</a:t>
            </a:r>
            <a:endParaRPr sz="1000">
              <a:latin typeface="Montserrat"/>
              <a:ea typeface="Montserrat"/>
              <a:cs typeface="Montserrat"/>
              <a:sym typeface="Montserrat"/>
            </a:endParaRPr>
          </a:p>
          <a:p>
            <a:pPr indent="0" lvl="0" marL="0" rtl="0" algn="l">
              <a:spcBef>
                <a:spcPts val="0"/>
              </a:spcBef>
              <a:spcAft>
                <a:spcPts val="0"/>
              </a:spcAft>
              <a:buNone/>
            </a:pPr>
            <a:r>
              <a:rPr lang="en" sz="1000">
                <a:solidFill>
                  <a:srgbClr val="009FD9"/>
                </a:solidFill>
                <a:latin typeface="Montserrat ExtraBold"/>
                <a:ea typeface="Montserrat ExtraBold"/>
                <a:cs typeface="Montserrat ExtraBold"/>
                <a:sym typeface="Montserrat ExtraBold"/>
              </a:rPr>
              <a:t>Board Budget Approval</a:t>
            </a:r>
            <a:endParaRPr i="1" sz="1000">
              <a:solidFill>
                <a:srgbClr val="009FD9"/>
              </a:solidFill>
              <a:latin typeface="Montserrat Medium"/>
              <a:ea typeface="Montserrat Medium"/>
              <a:cs typeface="Montserrat Medium"/>
              <a:sym typeface="Montserrat Medium"/>
            </a:endParaRPr>
          </a:p>
        </p:txBody>
      </p:sp>
      <p:grpSp>
        <p:nvGrpSpPr>
          <p:cNvPr id="339" name="Google Shape;339;p27"/>
          <p:cNvGrpSpPr/>
          <p:nvPr/>
        </p:nvGrpSpPr>
        <p:grpSpPr>
          <a:xfrm>
            <a:off x="5194301" y="2899425"/>
            <a:ext cx="230700" cy="230700"/>
            <a:chOff x="5919192" y="4370700"/>
            <a:chExt cx="230700" cy="230700"/>
          </a:xfrm>
        </p:grpSpPr>
        <p:sp>
          <p:nvSpPr>
            <p:cNvPr id="340" name="Google Shape;340;p27"/>
            <p:cNvSpPr/>
            <p:nvPr/>
          </p:nvSpPr>
          <p:spPr>
            <a:xfrm>
              <a:off x="5919192" y="4370700"/>
              <a:ext cx="230700" cy="230700"/>
            </a:xfrm>
            <a:prstGeom prst="ellipse">
              <a:avLst/>
            </a:prstGeom>
            <a:solidFill>
              <a:srgbClr val="FAFAFA"/>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sp>
          <p:nvSpPr>
            <p:cNvPr id="341" name="Google Shape;341;p27"/>
            <p:cNvSpPr/>
            <p:nvPr/>
          </p:nvSpPr>
          <p:spPr>
            <a:xfrm>
              <a:off x="5961648" y="4411786"/>
              <a:ext cx="145800" cy="145800"/>
            </a:xfrm>
            <a:prstGeom prst="ellipse">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grpSp>
      <p:grpSp>
        <p:nvGrpSpPr>
          <p:cNvPr id="342" name="Google Shape;342;p27"/>
          <p:cNvGrpSpPr/>
          <p:nvPr/>
        </p:nvGrpSpPr>
        <p:grpSpPr>
          <a:xfrm>
            <a:off x="3241701" y="2910300"/>
            <a:ext cx="230700" cy="230700"/>
            <a:chOff x="5919192" y="4370700"/>
            <a:chExt cx="230700" cy="230700"/>
          </a:xfrm>
        </p:grpSpPr>
        <p:sp>
          <p:nvSpPr>
            <p:cNvPr id="343" name="Google Shape;343;p27"/>
            <p:cNvSpPr/>
            <p:nvPr/>
          </p:nvSpPr>
          <p:spPr>
            <a:xfrm>
              <a:off x="5919192" y="4370700"/>
              <a:ext cx="230700" cy="230700"/>
            </a:xfrm>
            <a:prstGeom prst="ellipse">
              <a:avLst/>
            </a:prstGeom>
            <a:solidFill>
              <a:srgbClr val="FAFAFA"/>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sp>
          <p:nvSpPr>
            <p:cNvPr id="344" name="Google Shape;344;p27"/>
            <p:cNvSpPr/>
            <p:nvPr/>
          </p:nvSpPr>
          <p:spPr>
            <a:xfrm>
              <a:off x="5961648" y="4411786"/>
              <a:ext cx="145800" cy="145800"/>
            </a:xfrm>
            <a:prstGeom prst="ellipse">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28"/>
          <p:cNvSpPr txBox="1"/>
          <p:nvPr/>
        </p:nvSpPr>
        <p:spPr>
          <a:xfrm>
            <a:off x="830075" y="1714900"/>
            <a:ext cx="7265700" cy="505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rgbClr val="000000"/>
              </a:buClr>
              <a:buSzPts val="1100"/>
              <a:buFont typeface="Arial"/>
              <a:buNone/>
            </a:pPr>
            <a:r>
              <a:rPr lang="en" sz="1500">
                <a:solidFill>
                  <a:srgbClr val="FFFFFF"/>
                </a:solidFill>
                <a:latin typeface="Montserrat"/>
                <a:ea typeface="Montserrat"/>
                <a:cs typeface="Montserrat"/>
                <a:sym typeface="Montserrat"/>
              </a:rPr>
              <a:t>Name, Name, Name,</a:t>
            </a:r>
            <a:endParaRPr sz="1500">
              <a:solidFill>
                <a:srgbClr val="FFFFFF"/>
              </a:solidFill>
              <a:latin typeface="Montserrat"/>
              <a:ea typeface="Montserrat"/>
              <a:cs typeface="Montserrat"/>
              <a:sym typeface="Montserrat"/>
            </a:endParaRPr>
          </a:p>
          <a:p>
            <a:pPr indent="0" lvl="0" marL="0" rtl="0" algn="l">
              <a:lnSpc>
                <a:spcPct val="100000"/>
              </a:lnSpc>
              <a:spcBef>
                <a:spcPts val="0"/>
              </a:spcBef>
              <a:spcAft>
                <a:spcPts val="0"/>
              </a:spcAft>
              <a:buClr>
                <a:srgbClr val="000000"/>
              </a:buClr>
              <a:buSzPts val="1100"/>
              <a:buFont typeface="Arial"/>
              <a:buNone/>
            </a:pPr>
            <a:r>
              <a:rPr lang="en" sz="1500">
                <a:solidFill>
                  <a:srgbClr val="FFFFFF"/>
                </a:solidFill>
                <a:latin typeface="Montserrat"/>
                <a:ea typeface="Montserrat"/>
                <a:cs typeface="Montserrat"/>
                <a:sym typeface="Montserrat"/>
              </a:rPr>
              <a:t>Name, Name</a:t>
            </a:r>
            <a:endParaRPr sz="1500">
              <a:solidFill>
                <a:srgbClr val="FFFFFF"/>
              </a:solidFill>
              <a:latin typeface="Montserrat"/>
              <a:ea typeface="Montserrat"/>
              <a:cs typeface="Montserrat"/>
              <a:sym typeface="Montserrat"/>
            </a:endParaRPr>
          </a:p>
        </p:txBody>
      </p:sp>
      <p:sp>
        <p:nvSpPr>
          <p:cNvPr id="350" name="Google Shape;350;p28"/>
          <p:cNvSpPr txBox="1"/>
          <p:nvPr/>
        </p:nvSpPr>
        <p:spPr>
          <a:xfrm>
            <a:off x="830075" y="1566925"/>
            <a:ext cx="1730400" cy="225900"/>
          </a:xfrm>
          <a:prstGeom prst="rect">
            <a:avLst/>
          </a:prstGeom>
          <a:noFill/>
          <a:ln>
            <a:noFill/>
          </a:ln>
        </p:spPr>
        <p:txBody>
          <a:bodyPr anchorCtr="0" anchor="t" bIns="91425" lIns="91425" spcFirstLastPara="1" rIns="91425" wrap="square" tIns="91425">
            <a:noAutofit/>
          </a:bodyPr>
          <a:lstStyle/>
          <a:p>
            <a:pPr indent="0" lvl="0" marL="0" rtl="0" algn="l">
              <a:lnSpc>
                <a:spcPct val="125000"/>
              </a:lnSpc>
              <a:spcBef>
                <a:spcPts val="0"/>
              </a:spcBef>
              <a:spcAft>
                <a:spcPts val="0"/>
              </a:spcAft>
              <a:buClr>
                <a:schemeClr val="dk1"/>
              </a:buClr>
              <a:buSzPts val="1100"/>
              <a:buFont typeface="Arial"/>
              <a:buNone/>
            </a:pPr>
            <a:r>
              <a:rPr lang="en" sz="800">
                <a:solidFill>
                  <a:srgbClr val="FFFFFF"/>
                </a:solidFill>
                <a:latin typeface="Montserrat ExtraBold"/>
                <a:ea typeface="Montserrat ExtraBold"/>
                <a:cs typeface="Montserrat ExtraBold"/>
                <a:sym typeface="Montserrat ExtraBold"/>
              </a:rPr>
              <a:t>TEAM</a:t>
            </a:r>
            <a:endParaRPr sz="800">
              <a:solidFill>
                <a:srgbClr val="FFFFFF"/>
              </a:solidFill>
              <a:latin typeface="Montserrat ExtraBold"/>
              <a:ea typeface="Montserrat ExtraBold"/>
              <a:cs typeface="Montserrat ExtraBold"/>
              <a:sym typeface="Montserrat ExtraBold"/>
            </a:endParaRPr>
          </a:p>
        </p:txBody>
      </p:sp>
      <p:sp>
        <p:nvSpPr>
          <p:cNvPr id="351" name="Google Shape;351;p28"/>
          <p:cNvSpPr txBox="1"/>
          <p:nvPr/>
        </p:nvSpPr>
        <p:spPr>
          <a:xfrm>
            <a:off x="858650" y="2660100"/>
            <a:ext cx="7265700" cy="505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rgbClr val="000000"/>
              </a:buClr>
              <a:buSzPts val="1100"/>
              <a:buFont typeface="Arial"/>
              <a:buNone/>
            </a:pPr>
            <a:r>
              <a:rPr lang="en" sz="1500">
                <a:solidFill>
                  <a:srgbClr val="FFFFFF"/>
                </a:solidFill>
                <a:latin typeface="Montserrat"/>
                <a:ea typeface="Montserrat"/>
                <a:cs typeface="Montserrat"/>
                <a:sym typeface="Montserrat"/>
              </a:rPr>
              <a:t>name@thumbtack.com</a:t>
            </a:r>
            <a:endParaRPr sz="1500">
              <a:solidFill>
                <a:srgbClr val="FFFFFF"/>
              </a:solidFill>
              <a:latin typeface="Montserrat"/>
              <a:ea typeface="Montserrat"/>
              <a:cs typeface="Montserrat"/>
              <a:sym typeface="Montserrat"/>
            </a:endParaRPr>
          </a:p>
        </p:txBody>
      </p:sp>
      <p:sp>
        <p:nvSpPr>
          <p:cNvPr id="352" name="Google Shape;352;p28"/>
          <p:cNvSpPr txBox="1"/>
          <p:nvPr/>
        </p:nvSpPr>
        <p:spPr>
          <a:xfrm>
            <a:off x="851048" y="2512125"/>
            <a:ext cx="1730400" cy="225900"/>
          </a:xfrm>
          <a:prstGeom prst="rect">
            <a:avLst/>
          </a:prstGeom>
          <a:noFill/>
          <a:ln>
            <a:noFill/>
          </a:ln>
        </p:spPr>
        <p:txBody>
          <a:bodyPr anchorCtr="0" anchor="t" bIns="91425" lIns="91425" spcFirstLastPara="1" rIns="91425" wrap="square" tIns="91425">
            <a:noAutofit/>
          </a:bodyPr>
          <a:lstStyle/>
          <a:p>
            <a:pPr indent="0" lvl="0" marL="0" rtl="0" algn="l">
              <a:lnSpc>
                <a:spcPct val="125000"/>
              </a:lnSpc>
              <a:spcBef>
                <a:spcPts val="0"/>
              </a:spcBef>
              <a:spcAft>
                <a:spcPts val="0"/>
              </a:spcAft>
              <a:buClr>
                <a:schemeClr val="dk1"/>
              </a:buClr>
              <a:buSzPts val="1100"/>
              <a:buFont typeface="Arial"/>
              <a:buNone/>
            </a:pPr>
            <a:r>
              <a:rPr lang="en" sz="800">
                <a:solidFill>
                  <a:srgbClr val="FFFFFF"/>
                </a:solidFill>
                <a:latin typeface="Montserrat ExtraBold"/>
                <a:ea typeface="Montserrat ExtraBold"/>
                <a:cs typeface="Montserrat ExtraBold"/>
                <a:sym typeface="Montserrat ExtraBold"/>
              </a:rPr>
              <a:t>CONTACT INFO</a:t>
            </a:r>
            <a:endParaRPr sz="800">
              <a:solidFill>
                <a:srgbClr val="FFFFFF"/>
              </a:solidFill>
              <a:latin typeface="Montserrat ExtraBold"/>
              <a:ea typeface="Montserrat ExtraBold"/>
              <a:cs typeface="Montserrat ExtraBold"/>
              <a:sym typeface="Montserrat ExtraBold"/>
            </a:endParaRPr>
          </a:p>
        </p:txBody>
      </p:sp>
      <p:sp>
        <p:nvSpPr>
          <p:cNvPr id="353" name="Google Shape;353;p28"/>
          <p:cNvSpPr txBox="1"/>
          <p:nvPr/>
        </p:nvSpPr>
        <p:spPr>
          <a:xfrm>
            <a:off x="858650" y="3345900"/>
            <a:ext cx="7265700" cy="505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rgbClr val="000000"/>
              </a:buClr>
              <a:buSzPts val="1100"/>
              <a:buFont typeface="Arial"/>
              <a:buNone/>
            </a:pPr>
            <a:r>
              <a:rPr lang="en" sz="1500">
                <a:solidFill>
                  <a:srgbClr val="FFFFFF"/>
                </a:solidFill>
                <a:latin typeface="Montserrat"/>
                <a:ea typeface="Montserrat"/>
                <a:cs typeface="Montserrat"/>
                <a:sym typeface="Montserrat"/>
              </a:rPr>
              <a:t>thumbtack.com</a:t>
            </a:r>
            <a:endParaRPr sz="1500">
              <a:solidFill>
                <a:srgbClr val="FFFFFF"/>
              </a:solidFill>
              <a:latin typeface="Montserrat"/>
              <a:ea typeface="Montserrat"/>
              <a:cs typeface="Montserrat"/>
              <a:sym typeface="Montserrat"/>
            </a:endParaRPr>
          </a:p>
        </p:txBody>
      </p:sp>
      <p:sp>
        <p:nvSpPr>
          <p:cNvPr id="354" name="Google Shape;354;p28"/>
          <p:cNvSpPr txBox="1"/>
          <p:nvPr/>
        </p:nvSpPr>
        <p:spPr>
          <a:xfrm>
            <a:off x="851048" y="3197925"/>
            <a:ext cx="1730400" cy="225900"/>
          </a:xfrm>
          <a:prstGeom prst="rect">
            <a:avLst/>
          </a:prstGeom>
          <a:noFill/>
          <a:ln>
            <a:noFill/>
          </a:ln>
        </p:spPr>
        <p:txBody>
          <a:bodyPr anchorCtr="0" anchor="t" bIns="91425" lIns="91425" spcFirstLastPara="1" rIns="91425" wrap="square" tIns="91425">
            <a:noAutofit/>
          </a:bodyPr>
          <a:lstStyle/>
          <a:p>
            <a:pPr indent="0" lvl="0" marL="0" rtl="0" algn="l">
              <a:lnSpc>
                <a:spcPct val="125000"/>
              </a:lnSpc>
              <a:spcBef>
                <a:spcPts val="0"/>
              </a:spcBef>
              <a:spcAft>
                <a:spcPts val="0"/>
              </a:spcAft>
              <a:buClr>
                <a:schemeClr val="dk1"/>
              </a:buClr>
              <a:buSzPts val="1100"/>
              <a:buFont typeface="Arial"/>
              <a:buNone/>
            </a:pPr>
            <a:r>
              <a:rPr lang="en" sz="800">
                <a:solidFill>
                  <a:srgbClr val="FFFFFF"/>
                </a:solidFill>
                <a:latin typeface="Montserrat ExtraBold"/>
                <a:ea typeface="Montserrat ExtraBold"/>
                <a:cs typeface="Montserrat ExtraBold"/>
                <a:sym typeface="Montserrat ExtraBold"/>
              </a:rPr>
              <a:t>RESOURCES</a:t>
            </a:r>
            <a:endParaRPr sz="800">
              <a:solidFill>
                <a:srgbClr val="FFFFFF"/>
              </a:solidFill>
              <a:latin typeface="Montserrat ExtraBold"/>
              <a:ea typeface="Montserrat ExtraBold"/>
              <a:cs typeface="Montserrat ExtraBold"/>
              <a:sym typeface="Montserrat ExtraBo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29"/>
          <p:cNvSpPr txBox="1"/>
          <p:nvPr/>
        </p:nvSpPr>
        <p:spPr>
          <a:xfrm>
            <a:off x="601475" y="2172100"/>
            <a:ext cx="7265700" cy="505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rgbClr val="000000"/>
              </a:buClr>
              <a:buSzPts val="1100"/>
              <a:buFont typeface="Arial"/>
              <a:buNone/>
            </a:pPr>
            <a:r>
              <a:rPr lang="en" sz="3600">
                <a:solidFill>
                  <a:srgbClr val="FFFFFF"/>
                </a:solidFill>
                <a:latin typeface="Montserrat ExtraBold"/>
                <a:ea typeface="Montserrat ExtraBold"/>
                <a:cs typeface="Montserrat ExtraBold"/>
                <a:sym typeface="Montserrat ExtraBold"/>
              </a:rPr>
              <a:t>Thank you!</a:t>
            </a:r>
            <a:endParaRPr sz="3600">
              <a:solidFill>
                <a:srgbClr val="FFFFFF"/>
              </a:solidFill>
              <a:latin typeface="Montserrat ExtraBold"/>
              <a:ea typeface="Montserrat ExtraBold"/>
              <a:cs typeface="Montserrat ExtraBold"/>
              <a:sym typeface="Montserrat ExtraBold"/>
            </a:endParaRPr>
          </a:p>
        </p:txBody>
      </p:sp>
    </p:spTree>
  </p:cSld>
  <p:clrMapOvr>
    <a:masterClrMapping/>
  </p:clrMapOvr>
</p:sld>
</file>

<file path=ppt/theme/theme1.xml><?xml version="1.0" encoding="utf-8"?>
<a:theme xmlns:a="http://schemas.openxmlformats.org/drawingml/2006/main" xmlns:r="http://schemas.openxmlformats.org/officeDocument/2006/relationships" name="Master">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